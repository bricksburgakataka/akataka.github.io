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6" r:id="rId2"/>
    <p:sldMasterId id="2147483699" r:id="rId3"/>
  </p:sldMasterIdLst>
  <p:notesMasterIdLst>
    <p:notesMasterId r:id="rId21"/>
  </p:notesMasterIdLst>
  <p:handoutMasterIdLst>
    <p:handoutMasterId r:id="rId22"/>
  </p:handoutMasterIdLst>
  <p:sldIdLst>
    <p:sldId id="269" r:id="rId4"/>
    <p:sldId id="325" r:id="rId5"/>
    <p:sldId id="312" r:id="rId6"/>
    <p:sldId id="1736" r:id="rId7"/>
    <p:sldId id="1744" r:id="rId8"/>
    <p:sldId id="326" r:id="rId9"/>
    <p:sldId id="300" r:id="rId10"/>
    <p:sldId id="271" r:id="rId11"/>
    <p:sldId id="1735" r:id="rId12"/>
    <p:sldId id="1743" r:id="rId13"/>
    <p:sldId id="305" r:id="rId14"/>
    <p:sldId id="1737" r:id="rId15"/>
    <p:sldId id="1739" r:id="rId16"/>
    <p:sldId id="1740" r:id="rId17"/>
    <p:sldId id="1741" r:id="rId18"/>
    <p:sldId id="1742" r:id="rId19"/>
    <p:sldId id="259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目录页" id="{10C16BEA-90EF-4729-AE80-0252616CC2A1}">
          <p14:sldIdLst>
            <p14:sldId id="269"/>
            <p14:sldId id="325"/>
            <p14:sldId id="312"/>
            <p14:sldId id="1736"/>
            <p14:sldId id="1744"/>
            <p14:sldId id="326"/>
            <p14:sldId id="300"/>
            <p14:sldId id="271"/>
            <p14:sldId id="1735"/>
            <p14:sldId id="1743"/>
            <p14:sldId id="305"/>
            <p14:sldId id="1737"/>
            <p14:sldId id="1739"/>
            <p14:sldId id="1740"/>
            <p14:sldId id="1741"/>
            <p14:sldId id="1742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3341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88"/>
    <a:srgbClr val="F6B72C"/>
    <a:srgbClr val="F9C099"/>
    <a:srgbClr val="F17116"/>
    <a:srgbClr val="FFDE75"/>
    <a:srgbClr val="000000"/>
    <a:srgbClr val="FFFFFF"/>
    <a:srgbClr val="B01F24"/>
    <a:srgbClr val="979797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57" autoAdjust="0"/>
    <p:restoredTop sz="88182" autoAdjust="0"/>
  </p:normalViewPr>
  <p:slideViewPr>
    <p:cSldViewPr snapToGrid="0" showGuides="1">
      <p:cViewPr varScale="1">
        <p:scale>
          <a:sx n="138" d="100"/>
          <a:sy n="138" d="100"/>
        </p:scale>
        <p:origin x="102" y="102"/>
      </p:cViewPr>
      <p:guideLst>
        <p:guide orient="horz" pos="686"/>
        <p:guide pos="3341"/>
        <p:guide orient="horz" pos="36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3" d="100"/>
          <a:sy n="53" d="100"/>
        </p:scale>
        <p:origin x="209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FFE1CC0-C3A8-40FD-B92D-7FB0DC1CB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BB168B-3D24-47C5-9C77-BE763E143F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75DDE-432B-40AD-BE9E-FA049E10C62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7FD73F-A4EF-4E59-9815-AEF2F20A37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E1E1B5-8C09-4CE5-BD0B-AA86136434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043C7-7D10-4A62-95D6-8659B3D82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041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8BEAD-3BFB-4E74-94BA-8E573EEB3C07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38A16-44D0-4638-ACD6-43A88F095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083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3#</a:t>
            </a:r>
            <a:r>
              <a:rPr lang="zh-CN" altLang="en-US" dirty="0"/>
              <a:t>封面；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981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2#</a:t>
            </a:r>
            <a:r>
              <a:rPr lang="zh-CN" altLang="en-US" dirty="0"/>
              <a:t>目录页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981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1#</a:t>
            </a:r>
            <a:r>
              <a:rPr lang="zh-CN" altLang="en-US" dirty="0"/>
              <a:t>转场页，图片为紫金港西区求是书院建筑群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730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F0A13-722C-C05F-22AA-0185753F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D089F4-DC65-AE41-F375-D32AC6EC9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E9DD8E-81DA-10E9-D491-49CAECD6F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、这里是一段式文字页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2860CE-E8AA-9E1E-4B95-62817AD4F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945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EDBB-ED52-7B98-6ABF-EB7939DB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C30196-112F-4BDF-1754-C76B3EC89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8D4E91-F849-010D-556B-337B1BA3D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、这里是一段式文字页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6420A9-18B2-83ED-B803-2D0E92454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857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、这里是一段式文字页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825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4#</a:t>
            </a:r>
            <a:r>
              <a:rPr lang="zh-CN" altLang="en-US" dirty="0"/>
              <a:t>转场页，图片为紫金港东区建筑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96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、这里是二段式文字页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188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4211-309A-5862-FCBE-6F0A16B7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A1A759-447B-AF30-197F-D7D85038B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F5E640-BFF2-7165-B8FE-2163EC573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、这里是二段式文字页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5E9DD6-FAD3-C212-23FA-407AEFF56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777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0B48F-F721-4276-613A-1B167721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234B2A-20C3-DAD5-651C-4FAA6E113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3B4974-1362-181A-CF74-2ECFABA5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、这里是一段式文字页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10A955-BA35-2B30-9AE0-C93DFD2D7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486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1#</a:t>
            </a:r>
            <a:r>
              <a:rPr lang="zh-CN" altLang="en-US" dirty="0"/>
              <a:t>转场页，图片为紫金港西区建筑群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292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F83F-025E-1E37-3D6E-528AA800D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616E86-3A41-603D-545A-F532C7259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848599-5660-D787-138C-C352164E6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、这里是一段式文字页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77A33D-23CD-07AB-523D-B1360DB12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913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2BDC2-07A7-74F9-59AA-7E0BCCC8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E753D6-6D8D-60B5-9C52-08DC8B3FB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A58541-5DAE-F38D-BBD8-1D1A9C2C3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、这里是一段式文字页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782E4-8E55-9569-ECE3-4E91EDC99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849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65A4-8C32-847C-501C-C3CE364A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00A0ED-5B9A-7B66-030C-88EA6A7A7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9A8B9C-E581-7B37-03CC-2A7142E81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、这里是一段式文字页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01CFD2-25EF-2FE0-21C9-4DA333183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57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FE15B-7467-2B96-6C3D-780E67D7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D17B25-42D1-CC27-1379-5D57911BB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BF19DA-E20E-0C97-CFF0-80B022995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、这里是一段式文字页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97723B-21AE-F734-A4CF-7C9A16249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747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CFE8-0555-6426-F02A-FFDABCE3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E7F7DF-25E1-393C-86E5-78E70DB28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8A88C1-7561-D114-86ED-FF1FD52B6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、这里是一段式文字页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、文本框可自由填入内容，如文字过多，会自动缩排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B4D2D3-D6CA-C13F-9681-FCDFEECD3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79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>
            <a:extLst>
              <a:ext uri="{FF2B5EF4-FFF2-40B4-BE49-F238E27FC236}">
                <a16:creationId xmlns:a16="http://schemas.microsoft.com/office/drawing/2014/main" id="{BDA23359-6957-4142-A2F0-DAC9A892E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E4C5978-1A7E-467D-8BEF-AF91D6CED5FA}"/>
              </a:ext>
            </a:extLst>
          </p:cNvPr>
          <p:cNvSpPr/>
          <p:nvPr userDrawn="1"/>
        </p:nvSpPr>
        <p:spPr>
          <a:xfrm>
            <a:off x="0" y="2820188"/>
            <a:ext cx="12192000" cy="4037813"/>
          </a:xfrm>
          <a:custGeom>
            <a:avLst/>
            <a:gdLst>
              <a:gd name="connsiteX0" fmla="*/ 0 w 12192000"/>
              <a:gd name="connsiteY0" fmla="*/ 0 h 4037813"/>
              <a:gd name="connsiteX1" fmla="*/ 106773 w 12192000"/>
              <a:gd name="connsiteY1" fmla="*/ 36445 h 4037813"/>
              <a:gd name="connsiteX2" fmla="*/ 6096001 w 12192000"/>
              <a:gd name="connsiteY2" fmla="*/ 883678 h 4037813"/>
              <a:gd name="connsiteX3" fmla="*/ 12085229 w 12192000"/>
              <a:gd name="connsiteY3" fmla="*/ 36445 h 4037813"/>
              <a:gd name="connsiteX4" fmla="*/ 12192000 w 12192000"/>
              <a:gd name="connsiteY4" fmla="*/ 1 h 4037813"/>
              <a:gd name="connsiteX5" fmla="*/ 12192000 w 12192000"/>
              <a:gd name="connsiteY5" fmla="*/ 4037813 h 4037813"/>
              <a:gd name="connsiteX6" fmla="*/ 0 w 12192000"/>
              <a:gd name="connsiteY6" fmla="*/ 4037813 h 40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037813">
                <a:moveTo>
                  <a:pt x="0" y="0"/>
                </a:moveTo>
                <a:lnTo>
                  <a:pt x="106773" y="36445"/>
                </a:lnTo>
                <a:cubicBezTo>
                  <a:pt x="1734353" y="565729"/>
                  <a:pt x="3820949" y="883678"/>
                  <a:pt x="6096001" y="883678"/>
                </a:cubicBezTo>
                <a:cubicBezTo>
                  <a:pt x="8371054" y="883678"/>
                  <a:pt x="10457649" y="565729"/>
                  <a:pt x="12085229" y="36445"/>
                </a:cubicBezTo>
                <a:lnTo>
                  <a:pt x="12192000" y="1"/>
                </a:lnTo>
                <a:lnTo>
                  <a:pt x="12192000" y="4037813"/>
                </a:lnTo>
                <a:lnTo>
                  <a:pt x="0" y="4037813"/>
                </a:lnTo>
                <a:close/>
              </a:path>
            </a:pathLst>
          </a:custGeom>
          <a:solidFill>
            <a:srgbClr val="044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6" name="Group 74">
            <a:extLst>
              <a:ext uri="{FF2B5EF4-FFF2-40B4-BE49-F238E27FC236}">
                <a16:creationId xmlns:a16="http://schemas.microsoft.com/office/drawing/2014/main" id="{5E1E3D03-D787-4D0A-9B75-E2356DE73A0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159308" y="4066426"/>
            <a:ext cx="1873384" cy="521122"/>
            <a:chOff x="954" y="660"/>
            <a:chExt cx="1269" cy="353"/>
          </a:xfrm>
          <a:solidFill>
            <a:schemeClr val="bg1"/>
          </a:solidFill>
        </p:grpSpPr>
        <p:sp>
          <p:nvSpPr>
            <p:cNvPr id="7" name="Freeform 75">
              <a:extLst>
                <a:ext uri="{FF2B5EF4-FFF2-40B4-BE49-F238E27FC236}">
                  <a16:creationId xmlns:a16="http://schemas.microsoft.com/office/drawing/2014/main" id="{FCA6D96F-452F-449F-9737-A6CC5A3F3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" y="833"/>
              <a:ext cx="45" cy="46"/>
            </a:xfrm>
            <a:custGeom>
              <a:avLst/>
              <a:gdLst>
                <a:gd name="T0" fmla="*/ 10 w 36"/>
                <a:gd name="T1" fmla="*/ 35 h 37"/>
                <a:gd name="T2" fmla="*/ 6 w 36"/>
                <a:gd name="T3" fmla="*/ 25 h 37"/>
                <a:gd name="T4" fmla="*/ 0 w 36"/>
                <a:gd name="T5" fmla="*/ 11 h 37"/>
                <a:gd name="T6" fmla="*/ 23 w 36"/>
                <a:gd name="T7" fmla="*/ 4 h 37"/>
                <a:gd name="T8" fmla="*/ 28 w 36"/>
                <a:gd name="T9" fmla="*/ 9 h 37"/>
                <a:gd name="T10" fmla="*/ 30 w 36"/>
                <a:gd name="T11" fmla="*/ 29 h 37"/>
                <a:gd name="T12" fmla="*/ 10 w 36"/>
                <a:gd name="T13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7">
                  <a:moveTo>
                    <a:pt x="10" y="35"/>
                  </a:moveTo>
                  <a:cubicBezTo>
                    <a:pt x="3" y="34"/>
                    <a:pt x="7" y="31"/>
                    <a:pt x="6" y="25"/>
                  </a:cubicBezTo>
                  <a:cubicBezTo>
                    <a:pt x="5" y="20"/>
                    <a:pt x="0" y="14"/>
                    <a:pt x="0" y="11"/>
                  </a:cubicBezTo>
                  <a:cubicBezTo>
                    <a:pt x="1" y="0"/>
                    <a:pt x="15" y="0"/>
                    <a:pt x="23" y="4"/>
                  </a:cubicBezTo>
                  <a:cubicBezTo>
                    <a:pt x="25" y="4"/>
                    <a:pt x="26" y="7"/>
                    <a:pt x="28" y="9"/>
                  </a:cubicBezTo>
                  <a:cubicBezTo>
                    <a:pt x="32" y="14"/>
                    <a:pt x="36" y="23"/>
                    <a:pt x="30" y="29"/>
                  </a:cubicBezTo>
                  <a:cubicBezTo>
                    <a:pt x="25" y="34"/>
                    <a:pt x="17" y="37"/>
                    <a:pt x="10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Freeform 76">
              <a:extLst>
                <a:ext uri="{FF2B5EF4-FFF2-40B4-BE49-F238E27FC236}">
                  <a16:creationId xmlns:a16="http://schemas.microsoft.com/office/drawing/2014/main" id="{D678DAB4-5CB9-4A3E-AE43-8E7228E176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7" y="698"/>
              <a:ext cx="160" cy="165"/>
            </a:xfrm>
            <a:custGeom>
              <a:avLst/>
              <a:gdLst>
                <a:gd name="T0" fmla="*/ 33 w 129"/>
                <a:gd name="T1" fmla="*/ 133 h 133"/>
                <a:gd name="T2" fmla="*/ 32 w 129"/>
                <a:gd name="T3" fmla="*/ 133 h 133"/>
                <a:gd name="T4" fmla="*/ 33 w 129"/>
                <a:gd name="T5" fmla="*/ 130 h 133"/>
                <a:gd name="T6" fmla="*/ 55 w 129"/>
                <a:gd name="T7" fmla="*/ 116 h 133"/>
                <a:gd name="T8" fmla="*/ 67 w 129"/>
                <a:gd name="T9" fmla="*/ 99 h 133"/>
                <a:gd name="T10" fmla="*/ 25 w 129"/>
                <a:gd name="T11" fmla="*/ 115 h 133"/>
                <a:gd name="T12" fmla="*/ 8 w 129"/>
                <a:gd name="T13" fmla="*/ 108 h 133"/>
                <a:gd name="T14" fmla="*/ 8 w 129"/>
                <a:gd name="T15" fmla="*/ 107 h 133"/>
                <a:gd name="T16" fmla="*/ 8 w 129"/>
                <a:gd name="T17" fmla="*/ 92 h 133"/>
                <a:gd name="T18" fmla="*/ 60 w 129"/>
                <a:gd name="T19" fmla="*/ 80 h 133"/>
                <a:gd name="T20" fmla="*/ 75 w 129"/>
                <a:gd name="T21" fmla="*/ 72 h 133"/>
                <a:gd name="T22" fmla="*/ 77 w 129"/>
                <a:gd name="T23" fmla="*/ 14 h 133"/>
                <a:gd name="T24" fmla="*/ 99 w 129"/>
                <a:gd name="T25" fmla="*/ 16 h 133"/>
                <a:gd name="T26" fmla="*/ 103 w 129"/>
                <a:gd name="T27" fmla="*/ 21 h 133"/>
                <a:gd name="T28" fmla="*/ 104 w 129"/>
                <a:gd name="T29" fmla="*/ 21 h 133"/>
                <a:gd name="T30" fmla="*/ 103 w 129"/>
                <a:gd name="T31" fmla="*/ 35 h 133"/>
                <a:gd name="T32" fmla="*/ 98 w 129"/>
                <a:gd name="T33" fmla="*/ 65 h 133"/>
                <a:gd name="T34" fmla="*/ 126 w 129"/>
                <a:gd name="T35" fmla="*/ 54 h 133"/>
                <a:gd name="T36" fmla="*/ 123 w 129"/>
                <a:gd name="T37" fmla="*/ 69 h 133"/>
                <a:gd name="T38" fmla="*/ 95 w 129"/>
                <a:gd name="T39" fmla="*/ 81 h 133"/>
                <a:gd name="T40" fmla="*/ 82 w 129"/>
                <a:gd name="T41" fmla="*/ 111 h 133"/>
                <a:gd name="T42" fmla="*/ 75 w 129"/>
                <a:gd name="T43" fmla="*/ 118 h 133"/>
                <a:gd name="T44" fmla="*/ 56 w 129"/>
                <a:gd name="T45" fmla="*/ 128 h 133"/>
                <a:gd name="T46" fmla="*/ 33 w 129"/>
                <a:gd name="T4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9" h="133">
                  <a:moveTo>
                    <a:pt x="33" y="133"/>
                  </a:moveTo>
                  <a:cubicBezTo>
                    <a:pt x="33" y="133"/>
                    <a:pt x="33" y="133"/>
                    <a:pt x="32" y="133"/>
                  </a:cubicBezTo>
                  <a:cubicBezTo>
                    <a:pt x="32" y="132"/>
                    <a:pt x="32" y="131"/>
                    <a:pt x="33" y="130"/>
                  </a:cubicBezTo>
                  <a:cubicBezTo>
                    <a:pt x="35" y="130"/>
                    <a:pt x="55" y="117"/>
                    <a:pt x="55" y="116"/>
                  </a:cubicBezTo>
                  <a:cubicBezTo>
                    <a:pt x="60" y="111"/>
                    <a:pt x="66" y="106"/>
                    <a:pt x="67" y="99"/>
                  </a:cubicBezTo>
                  <a:cubicBezTo>
                    <a:pt x="53" y="104"/>
                    <a:pt x="40" y="114"/>
                    <a:pt x="25" y="115"/>
                  </a:cubicBezTo>
                  <a:cubicBezTo>
                    <a:pt x="18" y="113"/>
                    <a:pt x="13" y="110"/>
                    <a:pt x="8" y="108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1" y="102"/>
                    <a:pt x="0" y="95"/>
                    <a:pt x="8" y="92"/>
                  </a:cubicBezTo>
                  <a:cubicBezTo>
                    <a:pt x="23" y="96"/>
                    <a:pt x="46" y="85"/>
                    <a:pt x="60" y="80"/>
                  </a:cubicBezTo>
                  <a:cubicBezTo>
                    <a:pt x="63" y="78"/>
                    <a:pt x="72" y="75"/>
                    <a:pt x="75" y="72"/>
                  </a:cubicBezTo>
                  <a:cubicBezTo>
                    <a:pt x="78" y="52"/>
                    <a:pt x="76" y="33"/>
                    <a:pt x="77" y="14"/>
                  </a:cubicBezTo>
                  <a:cubicBezTo>
                    <a:pt x="82" y="0"/>
                    <a:pt x="90" y="10"/>
                    <a:pt x="99" y="16"/>
                  </a:cubicBezTo>
                  <a:cubicBezTo>
                    <a:pt x="99" y="18"/>
                    <a:pt x="101" y="19"/>
                    <a:pt x="103" y="21"/>
                  </a:cubicBezTo>
                  <a:cubicBezTo>
                    <a:pt x="103" y="21"/>
                    <a:pt x="103" y="21"/>
                    <a:pt x="104" y="21"/>
                  </a:cubicBezTo>
                  <a:cubicBezTo>
                    <a:pt x="107" y="27"/>
                    <a:pt x="108" y="30"/>
                    <a:pt x="103" y="35"/>
                  </a:cubicBezTo>
                  <a:cubicBezTo>
                    <a:pt x="99" y="44"/>
                    <a:pt x="97" y="54"/>
                    <a:pt x="98" y="65"/>
                  </a:cubicBezTo>
                  <a:cubicBezTo>
                    <a:pt x="108" y="63"/>
                    <a:pt x="114" y="55"/>
                    <a:pt x="126" y="54"/>
                  </a:cubicBezTo>
                  <a:cubicBezTo>
                    <a:pt x="129" y="60"/>
                    <a:pt x="128" y="65"/>
                    <a:pt x="123" y="69"/>
                  </a:cubicBezTo>
                  <a:cubicBezTo>
                    <a:pt x="114" y="73"/>
                    <a:pt x="105" y="77"/>
                    <a:pt x="95" y="81"/>
                  </a:cubicBezTo>
                  <a:cubicBezTo>
                    <a:pt x="93" y="91"/>
                    <a:pt x="89" y="103"/>
                    <a:pt x="82" y="111"/>
                  </a:cubicBezTo>
                  <a:cubicBezTo>
                    <a:pt x="81" y="113"/>
                    <a:pt x="76" y="117"/>
                    <a:pt x="75" y="118"/>
                  </a:cubicBezTo>
                  <a:cubicBezTo>
                    <a:pt x="69" y="122"/>
                    <a:pt x="63" y="126"/>
                    <a:pt x="56" y="128"/>
                  </a:cubicBezTo>
                  <a:cubicBezTo>
                    <a:pt x="37" y="133"/>
                    <a:pt x="37" y="133"/>
                    <a:pt x="33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" name="Freeform 77">
              <a:extLst>
                <a:ext uri="{FF2B5EF4-FFF2-40B4-BE49-F238E27FC236}">
                  <a16:creationId xmlns:a16="http://schemas.microsoft.com/office/drawing/2014/main" id="{6459A6CD-7588-4749-BADB-70763FB499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0" y="796"/>
              <a:ext cx="94" cy="110"/>
            </a:xfrm>
            <a:custGeom>
              <a:avLst/>
              <a:gdLst>
                <a:gd name="T0" fmla="*/ 17 w 76"/>
                <a:gd name="T1" fmla="*/ 88 h 88"/>
                <a:gd name="T2" fmla="*/ 0 w 76"/>
                <a:gd name="T3" fmla="*/ 70 h 88"/>
                <a:gd name="T4" fmla="*/ 2 w 76"/>
                <a:gd name="T5" fmla="*/ 65 h 88"/>
                <a:gd name="T6" fmla="*/ 50 w 76"/>
                <a:gd name="T7" fmla="*/ 26 h 88"/>
                <a:gd name="T8" fmla="*/ 65 w 76"/>
                <a:gd name="T9" fmla="*/ 5 h 88"/>
                <a:gd name="T10" fmla="*/ 66 w 76"/>
                <a:gd name="T11" fmla="*/ 4 h 88"/>
                <a:gd name="T12" fmla="*/ 66 w 76"/>
                <a:gd name="T13" fmla="*/ 4 h 88"/>
                <a:gd name="T14" fmla="*/ 76 w 76"/>
                <a:gd name="T15" fmla="*/ 5 h 88"/>
                <a:gd name="T16" fmla="*/ 65 w 76"/>
                <a:gd name="T17" fmla="*/ 19 h 88"/>
                <a:gd name="T18" fmla="*/ 54 w 76"/>
                <a:gd name="T19" fmla="*/ 43 h 88"/>
                <a:gd name="T20" fmla="*/ 48 w 76"/>
                <a:gd name="T21" fmla="*/ 54 h 88"/>
                <a:gd name="T22" fmla="*/ 35 w 76"/>
                <a:gd name="T23" fmla="*/ 72 h 88"/>
                <a:gd name="T24" fmla="*/ 21 w 76"/>
                <a:gd name="T25" fmla="*/ 87 h 88"/>
                <a:gd name="T26" fmla="*/ 17 w 76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88">
                  <a:moveTo>
                    <a:pt x="17" y="88"/>
                  </a:moveTo>
                  <a:cubicBezTo>
                    <a:pt x="10" y="84"/>
                    <a:pt x="3" y="76"/>
                    <a:pt x="0" y="70"/>
                  </a:cubicBezTo>
                  <a:cubicBezTo>
                    <a:pt x="0" y="69"/>
                    <a:pt x="1" y="67"/>
                    <a:pt x="2" y="65"/>
                  </a:cubicBezTo>
                  <a:cubicBezTo>
                    <a:pt x="18" y="52"/>
                    <a:pt x="35" y="41"/>
                    <a:pt x="50" y="26"/>
                  </a:cubicBezTo>
                  <a:cubicBezTo>
                    <a:pt x="54" y="19"/>
                    <a:pt x="60" y="12"/>
                    <a:pt x="65" y="5"/>
                  </a:cubicBezTo>
                  <a:cubicBezTo>
                    <a:pt x="65" y="5"/>
                    <a:pt x="66" y="5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0" y="0"/>
                    <a:pt x="72" y="0"/>
                    <a:pt x="76" y="5"/>
                  </a:cubicBezTo>
                  <a:cubicBezTo>
                    <a:pt x="76" y="10"/>
                    <a:pt x="68" y="14"/>
                    <a:pt x="65" y="19"/>
                  </a:cubicBezTo>
                  <a:cubicBezTo>
                    <a:pt x="62" y="27"/>
                    <a:pt x="58" y="35"/>
                    <a:pt x="54" y="43"/>
                  </a:cubicBezTo>
                  <a:cubicBezTo>
                    <a:pt x="53" y="45"/>
                    <a:pt x="53" y="45"/>
                    <a:pt x="48" y="54"/>
                  </a:cubicBezTo>
                  <a:cubicBezTo>
                    <a:pt x="43" y="57"/>
                    <a:pt x="37" y="66"/>
                    <a:pt x="35" y="72"/>
                  </a:cubicBezTo>
                  <a:cubicBezTo>
                    <a:pt x="29" y="75"/>
                    <a:pt x="27" y="84"/>
                    <a:pt x="21" y="87"/>
                  </a:cubicBezTo>
                  <a:cubicBezTo>
                    <a:pt x="19" y="87"/>
                    <a:pt x="18" y="87"/>
                    <a:pt x="17" y="8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78">
              <a:extLst>
                <a:ext uri="{FF2B5EF4-FFF2-40B4-BE49-F238E27FC236}">
                  <a16:creationId xmlns:a16="http://schemas.microsoft.com/office/drawing/2014/main" id="{81915FF4-BD96-44C7-9DDB-CE1307E0DC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9" y="791"/>
              <a:ext cx="53" cy="41"/>
            </a:xfrm>
            <a:custGeom>
              <a:avLst/>
              <a:gdLst>
                <a:gd name="T0" fmla="*/ 19 w 43"/>
                <a:gd name="T1" fmla="*/ 33 h 33"/>
                <a:gd name="T2" fmla="*/ 0 w 43"/>
                <a:gd name="T3" fmla="*/ 20 h 33"/>
                <a:gd name="T4" fmla="*/ 2 w 43"/>
                <a:gd name="T5" fmla="*/ 14 h 33"/>
                <a:gd name="T6" fmla="*/ 6 w 43"/>
                <a:gd name="T7" fmla="*/ 13 h 33"/>
                <a:gd name="T8" fmla="*/ 17 w 43"/>
                <a:gd name="T9" fmla="*/ 12 h 33"/>
                <a:gd name="T10" fmla="*/ 43 w 43"/>
                <a:gd name="T11" fmla="*/ 5 h 33"/>
                <a:gd name="T12" fmla="*/ 19 w 43"/>
                <a:gd name="T1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33">
                  <a:moveTo>
                    <a:pt x="19" y="33"/>
                  </a:moveTo>
                  <a:cubicBezTo>
                    <a:pt x="9" y="33"/>
                    <a:pt x="6" y="26"/>
                    <a:pt x="0" y="20"/>
                  </a:cubicBezTo>
                  <a:cubicBezTo>
                    <a:pt x="0" y="18"/>
                    <a:pt x="2" y="16"/>
                    <a:pt x="2" y="14"/>
                  </a:cubicBezTo>
                  <a:cubicBezTo>
                    <a:pt x="4" y="14"/>
                    <a:pt x="4" y="14"/>
                    <a:pt x="6" y="13"/>
                  </a:cubicBezTo>
                  <a:cubicBezTo>
                    <a:pt x="10" y="12"/>
                    <a:pt x="12" y="12"/>
                    <a:pt x="17" y="12"/>
                  </a:cubicBezTo>
                  <a:cubicBezTo>
                    <a:pt x="22" y="11"/>
                    <a:pt x="38" y="0"/>
                    <a:pt x="43" y="5"/>
                  </a:cubicBezTo>
                  <a:cubicBezTo>
                    <a:pt x="43" y="17"/>
                    <a:pt x="30" y="30"/>
                    <a:pt x="19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Freeform 79">
              <a:extLst>
                <a:ext uri="{FF2B5EF4-FFF2-40B4-BE49-F238E27FC236}">
                  <a16:creationId xmlns:a16="http://schemas.microsoft.com/office/drawing/2014/main" id="{0C518597-2C96-4131-A1D5-1ABE6DF330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68" y="766"/>
              <a:ext cx="36" cy="42"/>
            </a:xfrm>
            <a:custGeom>
              <a:avLst/>
              <a:gdLst>
                <a:gd name="T0" fmla="*/ 5 w 29"/>
                <a:gd name="T1" fmla="*/ 34 h 34"/>
                <a:gd name="T2" fmla="*/ 0 w 29"/>
                <a:gd name="T3" fmla="*/ 9 h 34"/>
                <a:gd name="T4" fmla="*/ 19 w 29"/>
                <a:gd name="T5" fmla="*/ 6 h 34"/>
                <a:gd name="T6" fmla="*/ 23 w 29"/>
                <a:gd name="T7" fmla="*/ 26 h 34"/>
                <a:gd name="T8" fmla="*/ 5 w 29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4">
                  <a:moveTo>
                    <a:pt x="5" y="34"/>
                  </a:moveTo>
                  <a:cubicBezTo>
                    <a:pt x="1" y="30"/>
                    <a:pt x="0" y="14"/>
                    <a:pt x="0" y="9"/>
                  </a:cubicBezTo>
                  <a:cubicBezTo>
                    <a:pt x="3" y="0"/>
                    <a:pt x="12" y="0"/>
                    <a:pt x="19" y="6"/>
                  </a:cubicBezTo>
                  <a:cubicBezTo>
                    <a:pt x="25" y="14"/>
                    <a:pt x="29" y="17"/>
                    <a:pt x="23" y="26"/>
                  </a:cubicBezTo>
                  <a:cubicBezTo>
                    <a:pt x="16" y="32"/>
                    <a:pt x="13" y="32"/>
                    <a:pt x="5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80">
              <a:extLst>
                <a:ext uri="{FF2B5EF4-FFF2-40B4-BE49-F238E27FC236}">
                  <a16:creationId xmlns:a16="http://schemas.microsoft.com/office/drawing/2014/main" id="{18B29256-4F7B-4F7E-A909-8441B4A827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8" y="739"/>
              <a:ext cx="63" cy="60"/>
            </a:xfrm>
            <a:custGeom>
              <a:avLst/>
              <a:gdLst>
                <a:gd name="T0" fmla="*/ 17 w 51"/>
                <a:gd name="T1" fmla="*/ 48 h 48"/>
                <a:gd name="T2" fmla="*/ 21 w 51"/>
                <a:gd name="T3" fmla="*/ 30 h 48"/>
                <a:gd name="T4" fmla="*/ 13 w 51"/>
                <a:gd name="T5" fmla="*/ 32 h 48"/>
                <a:gd name="T6" fmla="*/ 3 w 51"/>
                <a:gd name="T7" fmla="*/ 15 h 48"/>
                <a:gd name="T8" fmla="*/ 13 w 51"/>
                <a:gd name="T9" fmla="*/ 11 h 48"/>
                <a:gd name="T10" fmla="*/ 33 w 51"/>
                <a:gd name="T11" fmla="*/ 2 h 48"/>
                <a:gd name="T12" fmla="*/ 51 w 51"/>
                <a:gd name="T13" fmla="*/ 18 h 48"/>
                <a:gd name="T14" fmla="*/ 39 w 51"/>
                <a:gd name="T15" fmla="*/ 36 h 48"/>
                <a:gd name="T16" fmla="*/ 22 w 51"/>
                <a:gd name="T17" fmla="*/ 47 h 48"/>
                <a:gd name="T18" fmla="*/ 17 w 5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48">
                  <a:moveTo>
                    <a:pt x="17" y="48"/>
                  </a:moveTo>
                  <a:cubicBezTo>
                    <a:pt x="16" y="43"/>
                    <a:pt x="23" y="33"/>
                    <a:pt x="21" y="30"/>
                  </a:cubicBezTo>
                  <a:cubicBezTo>
                    <a:pt x="18" y="31"/>
                    <a:pt x="16" y="32"/>
                    <a:pt x="13" y="32"/>
                  </a:cubicBezTo>
                  <a:cubicBezTo>
                    <a:pt x="7" y="29"/>
                    <a:pt x="0" y="21"/>
                    <a:pt x="3" y="15"/>
                  </a:cubicBezTo>
                  <a:cubicBezTo>
                    <a:pt x="7" y="10"/>
                    <a:pt x="6" y="12"/>
                    <a:pt x="13" y="11"/>
                  </a:cubicBezTo>
                  <a:cubicBezTo>
                    <a:pt x="19" y="8"/>
                    <a:pt x="26" y="5"/>
                    <a:pt x="33" y="2"/>
                  </a:cubicBezTo>
                  <a:cubicBezTo>
                    <a:pt x="45" y="0"/>
                    <a:pt x="50" y="6"/>
                    <a:pt x="51" y="18"/>
                  </a:cubicBezTo>
                  <a:cubicBezTo>
                    <a:pt x="49" y="25"/>
                    <a:pt x="44" y="31"/>
                    <a:pt x="39" y="36"/>
                  </a:cubicBezTo>
                  <a:cubicBezTo>
                    <a:pt x="33" y="40"/>
                    <a:pt x="27" y="44"/>
                    <a:pt x="22" y="47"/>
                  </a:cubicBezTo>
                  <a:cubicBezTo>
                    <a:pt x="20" y="47"/>
                    <a:pt x="19" y="48"/>
                    <a:pt x="17" y="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81">
              <a:extLst>
                <a:ext uri="{FF2B5EF4-FFF2-40B4-BE49-F238E27FC236}">
                  <a16:creationId xmlns:a16="http://schemas.microsoft.com/office/drawing/2014/main" id="{0711E0DA-F59D-4343-95BF-3FC603D4C0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715"/>
              <a:ext cx="38" cy="42"/>
            </a:xfrm>
            <a:custGeom>
              <a:avLst/>
              <a:gdLst>
                <a:gd name="T0" fmla="*/ 3 w 31"/>
                <a:gd name="T1" fmla="*/ 34 h 34"/>
                <a:gd name="T2" fmla="*/ 3 w 31"/>
                <a:gd name="T3" fmla="*/ 29 h 34"/>
                <a:gd name="T4" fmla="*/ 0 w 31"/>
                <a:gd name="T5" fmla="*/ 16 h 34"/>
                <a:gd name="T6" fmla="*/ 7 w 31"/>
                <a:gd name="T7" fmla="*/ 0 h 34"/>
                <a:gd name="T8" fmla="*/ 26 w 31"/>
                <a:gd name="T9" fmla="*/ 23 h 34"/>
                <a:gd name="T10" fmla="*/ 3 w 31"/>
                <a:gd name="T1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4">
                  <a:moveTo>
                    <a:pt x="3" y="34"/>
                  </a:moveTo>
                  <a:cubicBezTo>
                    <a:pt x="1" y="32"/>
                    <a:pt x="2" y="31"/>
                    <a:pt x="3" y="29"/>
                  </a:cubicBezTo>
                  <a:cubicBezTo>
                    <a:pt x="3" y="24"/>
                    <a:pt x="0" y="20"/>
                    <a:pt x="0" y="16"/>
                  </a:cubicBezTo>
                  <a:cubicBezTo>
                    <a:pt x="1" y="7"/>
                    <a:pt x="0" y="4"/>
                    <a:pt x="7" y="0"/>
                  </a:cubicBezTo>
                  <a:cubicBezTo>
                    <a:pt x="12" y="3"/>
                    <a:pt x="31" y="12"/>
                    <a:pt x="26" y="23"/>
                  </a:cubicBezTo>
                  <a:cubicBezTo>
                    <a:pt x="21" y="29"/>
                    <a:pt x="11" y="33"/>
                    <a:pt x="3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82">
              <a:extLst>
                <a:ext uri="{FF2B5EF4-FFF2-40B4-BE49-F238E27FC236}">
                  <a16:creationId xmlns:a16="http://schemas.microsoft.com/office/drawing/2014/main" id="{66DD2D4F-C256-4842-BEEA-2249CEF67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728"/>
              <a:ext cx="244" cy="186"/>
            </a:xfrm>
            <a:custGeom>
              <a:avLst/>
              <a:gdLst>
                <a:gd name="T0" fmla="*/ 20 w 197"/>
                <a:gd name="T1" fmla="*/ 150 h 150"/>
                <a:gd name="T2" fmla="*/ 13 w 197"/>
                <a:gd name="T3" fmla="*/ 119 h 150"/>
                <a:gd name="T4" fmla="*/ 17 w 197"/>
                <a:gd name="T5" fmla="*/ 114 h 150"/>
                <a:gd name="T6" fmla="*/ 17 w 197"/>
                <a:gd name="T7" fmla="*/ 113 h 150"/>
                <a:gd name="T8" fmla="*/ 44 w 197"/>
                <a:gd name="T9" fmla="*/ 77 h 150"/>
                <a:gd name="T10" fmla="*/ 52 w 197"/>
                <a:gd name="T11" fmla="*/ 67 h 150"/>
                <a:gd name="T12" fmla="*/ 53 w 197"/>
                <a:gd name="T13" fmla="*/ 78 h 150"/>
                <a:gd name="T14" fmla="*/ 60 w 197"/>
                <a:gd name="T15" fmla="*/ 77 h 150"/>
                <a:gd name="T16" fmla="*/ 85 w 197"/>
                <a:gd name="T17" fmla="*/ 58 h 150"/>
                <a:gd name="T18" fmla="*/ 87 w 197"/>
                <a:gd name="T19" fmla="*/ 48 h 150"/>
                <a:gd name="T20" fmla="*/ 68 w 197"/>
                <a:gd name="T21" fmla="*/ 44 h 150"/>
                <a:gd name="T22" fmla="*/ 88 w 197"/>
                <a:gd name="T23" fmla="*/ 29 h 150"/>
                <a:gd name="T24" fmla="*/ 92 w 197"/>
                <a:gd name="T25" fmla="*/ 9 h 150"/>
                <a:gd name="T26" fmla="*/ 109 w 197"/>
                <a:gd name="T27" fmla="*/ 22 h 150"/>
                <a:gd name="T28" fmla="*/ 110 w 197"/>
                <a:gd name="T29" fmla="*/ 37 h 150"/>
                <a:gd name="T30" fmla="*/ 108 w 197"/>
                <a:gd name="T31" fmla="*/ 46 h 150"/>
                <a:gd name="T32" fmla="*/ 111 w 197"/>
                <a:gd name="T33" fmla="*/ 46 h 150"/>
                <a:gd name="T34" fmla="*/ 131 w 197"/>
                <a:gd name="T35" fmla="*/ 32 h 150"/>
                <a:gd name="T36" fmla="*/ 140 w 197"/>
                <a:gd name="T37" fmla="*/ 5 h 150"/>
                <a:gd name="T38" fmla="*/ 163 w 197"/>
                <a:gd name="T39" fmla="*/ 11 h 150"/>
                <a:gd name="T40" fmla="*/ 176 w 197"/>
                <a:gd name="T41" fmla="*/ 5 h 150"/>
                <a:gd name="T42" fmla="*/ 182 w 197"/>
                <a:gd name="T43" fmla="*/ 4 h 150"/>
                <a:gd name="T44" fmla="*/ 184 w 197"/>
                <a:gd name="T45" fmla="*/ 13 h 150"/>
                <a:gd name="T46" fmla="*/ 157 w 197"/>
                <a:gd name="T47" fmla="*/ 39 h 150"/>
                <a:gd name="T48" fmla="*/ 166 w 197"/>
                <a:gd name="T49" fmla="*/ 29 h 150"/>
                <a:gd name="T50" fmla="*/ 190 w 197"/>
                <a:gd name="T51" fmla="*/ 34 h 150"/>
                <a:gd name="T52" fmla="*/ 184 w 197"/>
                <a:gd name="T53" fmla="*/ 50 h 150"/>
                <a:gd name="T54" fmla="*/ 182 w 197"/>
                <a:gd name="T55" fmla="*/ 54 h 150"/>
                <a:gd name="T56" fmla="*/ 182 w 197"/>
                <a:gd name="T57" fmla="*/ 93 h 150"/>
                <a:gd name="T58" fmla="*/ 173 w 197"/>
                <a:gd name="T59" fmla="*/ 107 h 150"/>
                <a:gd name="T60" fmla="*/ 173 w 197"/>
                <a:gd name="T61" fmla="*/ 107 h 150"/>
                <a:gd name="T62" fmla="*/ 172 w 197"/>
                <a:gd name="T63" fmla="*/ 107 h 150"/>
                <a:gd name="T64" fmla="*/ 158 w 197"/>
                <a:gd name="T65" fmla="*/ 113 h 150"/>
                <a:gd name="T66" fmla="*/ 158 w 197"/>
                <a:gd name="T67" fmla="*/ 58 h 150"/>
                <a:gd name="T68" fmla="*/ 157 w 197"/>
                <a:gd name="T69" fmla="*/ 58 h 150"/>
                <a:gd name="T70" fmla="*/ 139 w 197"/>
                <a:gd name="T71" fmla="*/ 89 h 150"/>
                <a:gd name="T72" fmla="*/ 124 w 197"/>
                <a:gd name="T73" fmla="*/ 80 h 150"/>
                <a:gd name="T74" fmla="*/ 128 w 197"/>
                <a:gd name="T75" fmla="*/ 76 h 150"/>
                <a:gd name="T76" fmla="*/ 130 w 197"/>
                <a:gd name="T77" fmla="*/ 45 h 150"/>
                <a:gd name="T78" fmla="*/ 111 w 197"/>
                <a:gd name="T79" fmla="*/ 64 h 150"/>
                <a:gd name="T80" fmla="*/ 102 w 197"/>
                <a:gd name="T81" fmla="*/ 70 h 150"/>
                <a:gd name="T82" fmla="*/ 97 w 197"/>
                <a:gd name="T83" fmla="*/ 91 h 150"/>
                <a:gd name="T84" fmla="*/ 92 w 197"/>
                <a:gd name="T85" fmla="*/ 101 h 150"/>
                <a:gd name="T86" fmla="*/ 91 w 197"/>
                <a:gd name="T87" fmla="*/ 102 h 150"/>
                <a:gd name="T88" fmla="*/ 74 w 197"/>
                <a:gd name="T89" fmla="*/ 110 h 150"/>
                <a:gd name="T90" fmla="*/ 74 w 197"/>
                <a:gd name="T91" fmla="*/ 107 h 150"/>
                <a:gd name="T92" fmla="*/ 82 w 197"/>
                <a:gd name="T93" fmla="*/ 85 h 150"/>
                <a:gd name="T94" fmla="*/ 63 w 197"/>
                <a:gd name="T95" fmla="*/ 94 h 150"/>
                <a:gd name="T96" fmla="*/ 53 w 197"/>
                <a:gd name="T97" fmla="*/ 91 h 150"/>
                <a:gd name="T98" fmla="*/ 52 w 197"/>
                <a:gd name="T99" fmla="*/ 90 h 150"/>
                <a:gd name="T100" fmla="*/ 48 w 197"/>
                <a:gd name="T101" fmla="*/ 88 h 150"/>
                <a:gd name="T102" fmla="*/ 44 w 197"/>
                <a:gd name="T103" fmla="*/ 100 h 150"/>
                <a:gd name="T104" fmla="*/ 27 w 197"/>
                <a:gd name="T105" fmla="*/ 147 h 150"/>
                <a:gd name="T106" fmla="*/ 20 w 197"/>
                <a:gd name="T107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50">
                  <a:moveTo>
                    <a:pt x="20" y="150"/>
                  </a:moveTo>
                  <a:cubicBezTo>
                    <a:pt x="9" y="146"/>
                    <a:pt x="0" y="124"/>
                    <a:pt x="13" y="119"/>
                  </a:cubicBezTo>
                  <a:cubicBezTo>
                    <a:pt x="13" y="117"/>
                    <a:pt x="15" y="115"/>
                    <a:pt x="17" y="114"/>
                  </a:cubicBezTo>
                  <a:cubicBezTo>
                    <a:pt x="17" y="114"/>
                    <a:pt x="17" y="113"/>
                    <a:pt x="17" y="113"/>
                  </a:cubicBezTo>
                  <a:cubicBezTo>
                    <a:pt x="27" y="103"/>
                    <a:pt x="35" y="88"/>
                    <a:pt x="44" y="77"/>
                  </a:cubicBezTo>
                  <a:cubicBezTo>
                    <a:pt x="46" y="72"/>
                    <a:pt x="47" y="68"/>
                    <a:pt x="52" y="67"/>
                  </a:cubicBezTo>
                  <a:cubicBezTo>
                    <a:pt x="55" y="69"/>
                    <a:pt x="54" y="74"/>
                    <a:pt x="53" y="78"/>
                  </a:cubicBezTo>
                  <a:cubicBezTo>
                    <a:pt x="54" y="79"/>
                    <a:pt x="58" y="78"/>
                    <a:pt x="60" y="77"/>
                  </a:cubicBezTo>
                  <a:cubicBezTo>
                    <a:pt x="68" y="71"/>
                    <a:pt x="78" y="65"/>
                    <a:pt x="85" y="58"/>
                  </a:cubicBezTo>
                  <a:cubicBezTo>
                    <a:pt x="86" y="55"/>
                    <a:pt x="86" y="52"/>
                    <a:pt x="87" y="48"/>
                  </a:cubicBezTo>
                  <a:cubicBezTo>
                    <a:pt x="81" y="50"/>
                    <a:pt x="64" y="54"/>
                    <a:pt x="68" y="44"/>
                  </a:cubicBezTo>
                  <a:cubicBezTo>
                    <a:pt x="75" y="41"/>
                    <a:pt x="84" y="36"/>
                    <a:pt x="88" y="29"/>
                  </a:cubicBezTo>
                  <a:cubicBezTo>
                    <a:pt x="90" y="22"/>
                    <a:pt x="89" y="14"/>
                    <a:pt x="92" y="9"/>
                  </a:cubicBezTo>
                  <a:cubicBezTo>
                    <a:pt x="99" y="5"/>
                    <a:pt x="108" y="14"/>
                    <a:pt x="109" y="22"/>
                  </a:cubicBezTo>
                  <a:cubicBezTo>
                    <a:pt x="112" y="27"/>
                    <a:pt x="121" y="21"/>
                    <a:pt x="110" y="37"/>
                  </a:cubicBezTo>
                  <a:cubicBezTo>
                    <a:pt x="108" y="39"/>
                    <a:pt x="108" y="42"/>
                    <a:pt x="108" y="46"/>
                  </a:cubicBezTo>
                  <a:cubicBezTo>
                    <a:pt x="109" y="46"/>
                    <a:pt x="110" y="46"/>
                    <a:pt x="111" y="46"/>
                  </a:cubicBezTo>
                  <a:cubicBezTo>
                    <a:pt x="117" y="41"/>
                    <a:pt x="124" y="36"/>
                    <a:pt x="131" y="32"/>
                  </a:cubicBezTo>
                  <a:cubicBezTo>
                    <a:pt x="133" y="22"/>
                    <a:pt x="135" y="14"/>
                    <a:pt x="140" y="5"/>
                  </a:cubicBezTo>
                  <a:cubicBezTo>
                    <a:pt x="147" y="0"/>
                    <a:pt x="156" y="5"/>
                    <a:pt x="163" y="11"/>
                  </a:cubicBezTo>
                  <a:cubicBezTo>
                    <a:pt x="168" y="11"/>
                    <a:pt x="172" y="8"/>
                    <a:pt x="176" y="5"/>
                  </a:cubicBezTo>
                  <a:cubicBezTo>
                    <a:pt x="178" y="4"/>
                    <a:pt x="178" y="4"/>
                    <a:pt x="182" y="4"/>
                  </a:cubicBezTo>
                  <a:cubicBezTo>
                    <a:pt x="183" y="7"/>
                    <a:pt x="184" y="9"/>
                    <a:pt x="184" y="13"/>
                  </a:cubicBezTo>
                  <a:cubicBezTo>
                    <a:pt x="181" y="24"/>
                    <a:pt x="151" y="27"/>
                    <a:pt x="157" y="39"/>
                  </a:cubicBezTo>
                  <a:cubicBezTo>
                    <a:pt x="162" y="39"/>
                    <a:pt x="164" y="33"/>
                    <a:pt x="166" y="29"/>
                  </a:cubicBezTo>
                  <a:cubicBezTo>
                    <a:pt x="171" y="26"/>
                    <a:pt x="184" y="30"/>
                    <a:pt x="190" y="34"/>
                  </a:cubicBezTo>
                  <a:cubicBezTo>
                    <a:pt x="197" y="42"/>
                    <a:pt x="192" y="45"/>
                    <a:pt x="184" y="50"/>
                  </a:cubicBezTo>
                  <a:cubicBezTo>
                    <a:pt x="183" y="52"/>
                    <a:pt x="183" y="53"/>
                    <a:pt x="182" y="54"/>
                  </a:cubicBezTo>
                  <a:cubicBezTo>
                    <a:pt x="181" y="70"/>
                    <a:pt x="181" y="70"/>
                    <a:pt x="182" y="93"/>
                  </a:cubicBezTo>
                  <a:cubicBezTo>
                    <a:pt x="179" y="99"/>
                    <a:pt x="177" y="102"/>
                    <a:pt x="173" y="107"/>
                  </a:cubicBezTo>
                  <a:cubicBezTo>
                    <a:pt x="173" y="107"/>
                    <a:pt x="173" y="107"/>
                    <a:pt x="173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69" y="112"/>
                    <a:pt x="162" y="117"/>
                    <a:pt x="158" y="113"/>
                  </a:cubicBezTo>
                  <a:cubicBezTo>
                    <a:pt x="158" y="94"/>
                    <a:pt x="159" y="75"/>
                    <a:pt x="158" y="58"/>
                  </a:cubicBezTo>
                  <a:cubicBezTo>
                    <a:pt x="158" y="58"/>
                    <a:pt x="157" y="58"/>
                    <a:pt x="157" y="58"/>
                  </a:cubicBezTo>
                  <a:cubicBezTo>
                    <a:pt x="156" y="67"/>
                    <a:pt x="147" y="84"/>
                    <a:pt x="139" y="89"/>
                  </a:cubicBezTo>
                  <a:cubicBezTo>
                    <a:pt x="132" y="90"/>
                    <a:pt x="126" y="86"/>
                    <a:pt x="124" y="80"/>
                  </a:cubicBezTo>
                  <a:cubicBezTo>
                    <a:pt x="125" y="78"/>
                    <a:pt x="126" y="77"/>
                    <a:pt x="128" y="76"/>
                  </a:cubicBezTo>
                  <a:cubicBezTo>
                    <a:pt x="132" y="68"/>
                    <a:pt x="130" y="53"/>
                    <a:pt x="130" y="45"/>
                  </a:cubicBezTo>
                  <a:cubicBezTo>
                    <a:pt x="125" y="46"/>
                    <a:pt x="115" y="59"/>
                    <a:pt x="111" y="64"/>
                  </a:cubicBezTo>
                  <a:cubicBezTo>
                    <a:pt x="108" y="66"/>
                    <a:pt x="105" y="68"/>
                    <a:pt x="102" y="70"/>
                  </a:cubicBezTo>
                  <a:cubicBezTo>
                    <a:pt x="100" y="77"/>
                    <a:pt x="98" y="84"/>
                    <a:pt x="97" y="91"/>
                  </a:cubicBezTo>
                  <a:cubicBezTo>
                    <a:pt x="95" y="95"/>
                    <a:pt x="93" y="98"/>
                    <a:pt x="92" y="101"/>
                  </a:cubicBezTo>
                  <a:cubicBezTo>
                    <a:pt x="91" y="101"/>
                    <a:pt x="91" y="101"/>
                    <a:pt x="91" y="102"/>
                  </a:cubicBezTo>
                  <a:cubicBezTo>
                    <a:pt x="88" y="106"/>
                    <a:pt x="80" y="118"/>
                    <a:pt x="74" y="110"/>
                  </a:cubicBezTo>
                  <a:cubicBezTo>
                    <a:pt x="74" y="109"/>
                    <a:pt x="74" y="108"/>
                    <a:pt x="74" y="107"/>
                  </a:cubicBezTo>
                  <a:cubicBezTo>
                    <a:pt x="79" y="101"/>
                    <a:pt x="82" y="92"/>
                    <a:pt x="82" y="85"/>
                  </a:cubicBezTo>
                  <a:cubicBezTo>
                    <a:pt x="75" y="87"/>
                    <a:pt x="70" y="94"/>
                    <a:pt x="63" y="94"/>
                  </a:cubicBezTo>
                  <a:cubicBezTo>
                    <a:pt x="59" y="93"/>
                    <a:pt x="55" y="92"/>
                    <a:pt x="53" y="91"/>
                  </a:cubicBezTo>
                  <a:cubicBezTo>
                    <a:pt x="53" y="90"/>
                    <a:pt x="53" y="90"/>
                    <a:pt x="52" y="90"/>
                  </a:cubicBezTo>
                  <a:cubicBezTo>
                    <a:pt x="51" y="89"/>
                    <a:pt x="49" y="87"/>
                    <a:pt x="48" y="88"/>
                  </a:cubicBezTo>
                  <a:cubicBezTo>
                    <a:pt x="47" y="91"/>
                    <a:pt x="45" y="96"/>
                    <a:pt x="44" y="100"/>
                  </a:cubicBezTo>
                  <a:cubicBezTo>
                    <a:pt x="37" y="115"/>
                    <a:pt x="32" y="130"/>
                    <a:pt x="27" y="147"/>
                  </a:cubicBezTo>
                  <a:cubicBezTo>
                    <a:pt x="24" y="149"/>
                    <a:pt x="23" y="150"/>
                    <a:pt x="20" y="1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83">
              <a:extLst>
                <a:ext uri="{FF2B5EF4-FFF2-40B4-BE49-F238E27FC236}">
                  <a16:creationId xmlns:a16="http://schemas.microsoft.com/office/drawing/2014/main" id="{95A9C4D6-9FB8-4D24-9DE5-E09B0E9D41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1" y="757"/>
              <a:ext cx="37" cy="49"/>
            </a:xfrm>
            <a:custGeom>
              <a:avLst/>
              <a:gdLst>
                <a:gd name="T0" fmla="*/ 5 w 30"/>
                <a:gd name="T1" fmla="*/ 39 h 39"/>
                <a:gd name="T2" fmla="*/ 6 w 30"/>
                <a:gd name="T3" fmla="*/ 28 h 39"/>
                <a:gd name="T4" fmla="*/ 6 w 30"/>
                <a:gd name="T5" fmla="*/ 1 h 39"/>
                <a:gd name="T6" fmla="*/ 10 w 30"/>
                <a:gd name="T7" fmla="*/ 0 h 39"/>
                <a:gd name="T8" fmla="*/ 25 w 30"/>
                <a:gd name="T9" fmla="*/ 17 h 39"/>
                <a:gd name="T10" fmla="*/ 5 w 30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9">
                  <a:moveTo>
                    <a:pt x="5" y="39"/>
                  </a:moveTo>
                  <a:cubicBezTo>
                    <a:pt x="3" y="35"/>
                    <a:pt x="6" y="31"/>
                    <a:pt x="6" y="28"/>
                  </a:cubicBezTo>
                  <a:cubicBezTo>
                    <a:pt x="3" y="17"/>
                    <a:pt x="0" y="9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4" y="4"/>
                    <a:pt x="21" y="11"/>
                    <a:pt x="25" y="17"/>
                  </a:cubicBezTo>
                  <a:cubicBezTo>
                    <a:pt x="30" y="29"/>
                    <a:pt x="14" y="35"/>
                    <a:pt x="5" y="3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890292E6-4B88-40A7-885D-6C1AAF3E95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708"/>
              <a:ext cx="46" cy="47"/>
            </a:xfrm>
            <a:custGeom>
              <a:avLst/>
              <a:gdLst>
                <a:gd name="T0" fmla="*/ 7 w 37"/>
                <a:gd name="T1" fmla="*/ 38 h 38"/>
                <a:gd name="T2" fmla="*/ 4 w 37"/>
                <a:gd name="T3" fmla="*/ 36 h 38"/>
                <a:gd name="T4" fmla="*/ 6 w 37"/>
                <a:gd name="T5" fmla="*/ 29 h 38"/>
                <a:gd name="T6" fmla="*/ 11 w 37"/>
                <a:gd name="T7" fmla="*/ 0 h 38"/>
                <a:gd name="T8" fmla="*/ 16 w 37"/>
                <a:gd name="T9" fmla="*/ 7 h 38"/>
                <a:gd name="T10" fmla="*/ 24 w 37"/>
                <a:gd name="T11" fmla="*/ 32 h 38"/>
                <a:gd name="T12" fmla="*/ 7 w 3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8">
                  <a:moveTo>
                    <a:pt x="7" y="38"/>
                  </a:moveTo>
                  <a:cubicBezTo>
                    <a:pt x="5" y="37"/>
                    <a:pt x="5" y="37"/>
                    <a:pt x="4" y="36"/>
                  </a:cubicBezTo>
                  <a:cubicBezTo>
                    <a:pt x="6" y="33"/>
                    <a:pt x="7" y="32"/>
                    <a:pt x="6" y="29"/>
                  </a:cubicBezTo>
                  <a:cubicBezTo>
                    <a:pt x="0" y="20"/>
                    <a:pt x="0" y="5"/>
                    <a:pt x="11" y="0"/>
                  </a:cubicBezTo>
                  <a:cubicBezTo>
                    <a:pt x="14" y="0"/>
                    <a:pt x="15" y="3"/>
                    <a:pt x="16" y="7"/>
                  </a:cubicBezTo>
                  <a:cubicBezTo>
                    <a:pt x="23" y="14"/>
                    <a:pt x="37" y="23"/>
                    <a:pt x="24" y="32"/>
                  </a:cubicBezTo>
                  <a:cubicBezTo>
                    <a:pt x="18" y="35"/>
                    <a:pt x="13" y="36"/>
                    <a:pt x="7" y="3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E8286EC7-0411-405D-BFD1-CA36C61621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7" y="765"/>
              <a:ext cx="26" cy="39"/>
            </a:xfrm>
            <a:custGeom>
              <a:avLst/>
              <a:gdLst>
                <a:gd name="T0" fmla="*/ 10 w 21"/>
                <a:gd name="T1" fmla="*/ 31 h 31"/>
                <a:gd name="T2" fmla="*/ 3 w 21"/>
                <a:gd name="T3" fmla="*/ 4 h 31"/>
                <a:gd name="T4" fmla="*/ 21 w 21"/>
                <a:gd name="T5" fmla="*/ 18 h 31"/>
                <a:gd name="T6" fmla="*/ 10 w 2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1">
                  <a:moveTo>
                    <a:pt x="10" y="31"/>
                  </a:moveTo>
                  <a:cubicBezTo>
                    <a:pt x="0" y="27"/>
                    <a:pt x="2" y="11"/>
                    <a:pt x="3" y="4"/>
                  </a:cubicBezTo>
                  <a:cubicBezTo>
                    <a:pt x="11" y="0"/>
                    <a:pt x="20" y="9"/>
                    <a:pt x="21" y="18"/>
                  </a:cubicBezTo>
                  <a:cubicBezTo>
                    <a:pt x="19" y="27"/>
                    <a:pt x="19" y="29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91AC9568-D2DE-4664-9B06-C7845EC9BD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57" y="673"/>
              <a:ext cx="166" cy="224"/>
            </a:xfrm>
            <a:custGeom>
              <a:avLst/>
              <a:gdLst>
                <a:gd name="T0" fmla="*/ 71 w 134"/>
                <a:gd name="T1" fmla="*/ 180 h 180"/>
                <a:gd name="T2" fmla="*/ 34 w 134"/>
                <a:gd name="T3" fmla="*/ 173 h 180"/>
                <a:gd name="T4" fmla="*/ 56 w 134"/>
                <a:gd name="T5" fmla="*/ 148 h 180"/>
                <a:gd name="T6" fmla="*/ 0 w 134"/>
                <a:gd name="T7" fmla="*/ 147 h 180"/>
                <a:gd name="T8" fmla="*/ 56 w 134"/>
                <a:gd name="T9" fmla="*/ 124 h 180"/>
                <a:gd name="T10" fmla="*/ 75 w 134"/>
                <a:gd name="T11" fmla="*/ 108 h 180"/>
                <a:gd name="T12" fmla="*/ 91 w 134"/>
                <a:gd name="T13" fmla="*/ 96 h 180"/>
                <a:gd name="T14" fmla="*/ 32 w 134"/>
                <a:gd name="T15" fmla="*/ 119 h 180"/>
                <a:gd name="T16" fmla="*/ 34 w 134"/>
                <a:gd name="T17" fmla="*/ 108 h 180"/>
                <a:gd name="T18" fmla="*/ 73 w 134"/>
                <a:gd name="T19" fmla="*/ 81 h 180"/>
                <a:gd name="T20" fmla="*/ 71 w 134"/>
                <a:gd name="T21" fmla="*/ 78 h 180"/>
                <a:gd name="T22" fmla="*/ 39 w 134"/>
                <a:gd name="T23" fmla="*/ 93 h 180"/>
                <a:gd name="T24" fmla="*/ 27 w 134"/>
                <a:gd name="T25" fmla="*/ 61 h 180"/>
                <a:gd name="T26" fmla="*/ 33 w 134"/>
                <a:gd name="T27" fmla="*/ 44 h 180"/>
                <a:gd name="T28" fmla="*/ 46 w 134"/>
                <a:gd name="T29" fmla="*/ 56 h 180"/>
                <a:gd name="T30" fmla="*/ 60 w 134"/>
                <a:gd name="T31" fmla="*/ 66 h 180"/>
                <a:gd name="T32" fmla="*/ 68 w 134"/>
                <a:gd name="T33" fmla="*/ 55 h 180"/>
                <a:gd name="T34" fmla="*/ 64 w 134"/>
                <a:gd name="T35" fmla="*/ 45 h 180"/>
                <a:gd name="T36" fmla="*/ 84 w 134"/>
                <a:gd name="T37" fmla="*/ 25 h 180"/>
                <a:gd name="T38" fmla="*/ 111 w 134"/>
                <a:gd name="T39" fmla="*/ 20 h 180"/>
                <a:gd name="T40" fmla="*/ 110 w 134"/>
                <a:gd name="T41" fmla="*/ 29 h 180"/>
                <a:gd name="T42" fmla="*/ 132 w 134"/>
                <a:gd name="T43" fmla="*/ 44 h 180"/>
                <a:gd name="T44" fmla="*/ 115 w 134"/>
                <a:gd name="T45" fmla="*/ 77 h 180"/>
                <a:gd name="T46" fmla="*/ 120 w 134"/>
                <a:gd name="T47" fmla="*/ 94 h 180"/>
                <a:gd name="T48" fmla="*/ 78 w 134"/>
                <a:gd name="T49" fmla="*/ 114 h 180"/>
                <a:gd name="T50" fmla="*/ 92 w 134"/>
                <a:gd name="T51" fmla="*/ 119 h 180"/>
                <a:gd name="T52" fmla="*/ 81 w 134"/>
                <a:gd name="T53" fmla="*/ 140 h 180"/>
                <a:gd name="T54" fmla="*/ 72 w 134"/>
                <a:gd name="T55" fmla="*/ 180 h 180"/>
                <a:gd name="T56" fmla="*/ 106 w 134"/>
                <a:gd name="T57" fmla="*/ 53 h 180"/>
                <a:gd name="T58" fmla="*/ 87 w 134"/>
                <a:gd name="T59" fmla="*/ 59 h 180"/>
                <a:gd name="T60" fmla="*/ 87 w 134"/>
                <a:gd name="T61" fmla="*/ 60 h 180"/>
                <a:gd name="T62" fmla="*/ 92 w 134"/>
                <a:gd name="T63" fmla="*/ 58 h 180"/>
                <a:gd name="T64" fmla="*/ 99 w 134"/>
                <a:gd name="T65" fmla="*/ 6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" h="180">
                  <a:moveTo>
                    <a:pt x="72" y="180"/>
                  </a:moveTo>
                  <a:cubicBezTo>
                    <a:pt x="71" y="180"/>
                    <a:pt x="71" y="180"/>
                    <a:pt x="71" y="180"/>
                  </a:cubicBezTo>
                  <a:cubicBezTo>
                    <a:pt x="58" y="180"/>
                    <a:pt x="46" y="179"/>
                    <a:pt x="34" y="175"/>
                  </a:cubicBezTo>
                  <a:cubicBezTo>
                    <a:pt x="34" y="174"/>
                    <a:pt x="34" y="174"/>
                    <a:pt x="34" y="173"/>
                  </a:cubicBezTo>
                  <a:cubicBezTo>
                    <a:pt x="41" y="169"/>
                    <a:pt x="50" y="170"/>
                    <a:pt x="55" y="163"/>
                  </a:cubicBezTo>
                  <a:cubicBezTo>
                    <a:pt x="56" y="157"/>
                    <a:pt x="57" y="152"/>
                    <a:pt x="56" y="148"/>
                  </a:cubicBezTo>
                  <a:cubicBezTo>
                    <a:pt x="43" y="148"/>
                    <a:pt x="37" y="157"/>
                    <a:pt x="27" y="161"/>
                  </a:cubicBezTo>
                  <a:cubicBezTo>
                    <a:pt x="18" y="162"/>
                    <a:pt x="3" y="154"/>
                    <a:pt x="0" y="147"/>
                  </a:cubicBezTo>
                  <a:cubicBezTo>
                    <a:pt x="0" y="136"/>
                    <a:pt x="3" y="141"/>
                    <a:pt x="14" y="140"/>
                  </a:cubicBezTo>
                  <a:cubicBezTo>
                    <a:pt x="28" y="138"/>
                    <a:pt x="43" y="130"/>
                    <a:pt x="56" y="124"/>
                  </a:cubicBezTo>
                  <a:cubicBezTo>
                    <a:pt x="59" y="121"/>
                    <a:pt x="59" y="121"/>
                    <a:pt x="61" y="121"/>
                  </a:cubicBezTo>
                  <a:cubicBezTo>
                    <a:pt x="64" y="112"/>
                    <a:pt x="66" y="110"/>
                    <a:pt x="75" y="108"/>
                  </a:cubicBezTo>
                  <a:cubicBezTo>
                    <a:pt x="79" y="106"/>
                    <a:pt x="79" y="106"/>
                    <a:pt x="90" y="100"/>
                  </a:cubicBezTo>
                  <a:cubicBezTo>
                    <a:pt x="90" y="99"/>
                    <a:pt x="91" y="98"/>
                    <a:pt x="91" y="96"/>
                  </a:cubicBezTo>
                  <a:cubicBezTo>
                    <a:pt x="74" y="98"/>
                    <a:pt x="61" y="112"/>
                    <a:pt x="48" y="121"/>
                  </a:cubicBezTo>
                  <a:cubicBezTo>
                    <a:pt x="41" y="122"/>
                    <a:pt x="36" y="121"/>
                    <a:pt x="32" y="119"/>
                  </a:cubicBezTo>
                  <a:cubicBezTo>
                    <a:pt x="29" y="120"/>
                    <a:pt x="12" y="123"/>
                    <a:pt x="20" y="116"/>
                  </a:cubicBezTo>
                  <a:cubicBezTo>
                    <a:pt x="25" y="114"/>
                    <a:pt x="29" y="111"/>
                    <a:pt x="34" y="108"/>
                  </a:cubicBezTo>
                  <a:cubicBezTo>
                    <a:pt x="47" y="100"/>
                    <a:pt x="61" y="93"/>
                    <a:pt x="74" y="85"/>
                  </a:cubicBezTo>
                  <a:cubicBezTo>
                    <a:pt x="74" y="83"/>
                    <a:pt x="73" y="82"/>
                    <a:pt x="73" y="81"/>
                  </a:cubicBezTo>
                  <a:cubicBezTo>
                    <a:pt x="73" y="79"/>
                    <a:pt x="74" y="77"/>
                    <a:pt x="74" y="75"/>
                  </a:cubicBezTo>
                  <a:cubicBezTo>
                    <a:pt x="72" y="76"/>
                    <a:pt x="71" y="76"/>
                    <a:pt x="71" y="78"/>
                  </a:cubicBezTo>
                  <a:cubicBezTo>
                    <a:pt x="63" y="81"/>
                    <a:pt x="59" y="88"/>
                    <a:pt x="53" y="81"/>
                  </a:cubicBezTo>
                  <a:cubicBezTo>
                    <a:pt x="51" y="88"/>
                    <a:pt x="46" y="93"/>
                    <a:pt x="39" y="93"/>
                  </a:cubicBezTo>
                  <a:cubicBezTo>
                    <a:pt x="32" y="89"/>
                    <a:pt x="32" y="77"/>
                    <a:pt x="31" y="72"/>
                  </a:cubicBezTo>
                  <a:cubicBezTo>
                    <a:pt x="30" y="71"/>
                    <a:pt x="29" y="67"/>
                    <a:pt x="27" y="61"/>
                  </a:cubicBezTo>
                  <a:cubicBezTo>
                    <a:pt x="24" y="55"/>
                    <a:pt x="18" y="47"/>
                    <a:pt x="22" y="42"/>
                  </a:cubicBezTo>
                  <a:cubicBezTo>
                    <a:pt x="27" y="38"/>
                    <a:pt x="29" y="37"/>
                    <a:pt x="33" y="44"/>
                  </a:cubicBezTo>
                  <a:cubicBezTo>
                    <a:pt x="37" y="47"/>
                    <a:pt x="42" y="51"/>
                    <a:pt x="45" y="56"/>
                  </a:cubicBezTo>
                  <a:cubicBezTo>
                    <a:pt x="45" y="56"/>
                    <a:pt x="46" y="56"/>
                    <a:pt x="46" y="56"/>
                  </a:cubicBezTo>
                  <a:cubicBezTo>
                    <a:pt x="48" y="62"/>
                    <a:pt x="54" y="69"/>
                    <a:pt x="53" y="77"/>
                  </a:cubicBezTo>
                  <a:cubicBezTo>
                    <a:pt x="57" y="75"/>
                    <a:pt x="62" y="71"/>
                    <a:pt x="60" y="66"/>
                  </a:cubicBezTo>
                  <a:cubicBezTo>
                    <a:pt x="53" y="63"/>
                    <a:pt x="57" y="57"/>
                    <a:pt x="61" y="55"/>
                  </a:cubicBezTo>
                  <a:cubicBezTo>
                    <a:pt x="64" y="55"/>
                    <a:pt x="64" y="55"/>
                    <a:pt x="68" y="55"/>
                  </a:cubicBezTo>
                  <a:cubicBezTo>
                    <a:pt x="68" y="53"/>
                    <a:pt x="68" y="53"/>
                    <a:pt x="67" y="52"/>
                  </a:cubicBezTo>
                  <a:cubicBezTo>
                    <a:pt x="62" y="50"/>
                    <a:pt x="63" y="49"/>
                    <a:pt x="64" y="45"/>
                  </a:cubicBezTo>
                  <a:cubicBezTo>
                    <a:pt x="58" y="43"/>
                    <a:pt x="56" y="37"/>
                    <a:pt x="58" y="32"/>
                  </a:cubicBezTo>
                  <a:cubicBezTo>
                    <a:pt x="76" y="28"/>
                    <a:pt x="76" y="28"/>
                    <a:pt x="84" y="25"/>
                  </a:cubicBezTo>
                  <a:cubicBezTo>
                    <a:pt x="89" y="19"/>
                    <a:pt x="95" y="0"/>
                    <a:pt x="106" y="4"/>
                  </a:cubicBezTo>
                  <a:cubicBezTo>
                    <a:pt x="109" y="7"/>
                    <a:pt x="111" y="14"/>
                    <a:pt x="111" y="20"/>
                  </a:cubicBezTo>
                  <a:cubicBezTo>
                    <a:pt x="109" y="23"/>
                    <a:pt x="107" y="25"/>
                    <a:pt x="107" y="28"/>
                  </a:cubicBezTo>
                  <a:cubicBezTo>
                    <a:pt x="108" y="28"/>
                    <a:pt x="109" y="28"/>
                    <a:pt x="110" y="29"/>
                  </a:cubicBezTo>
                  <a:cubicBezTo>
                    <a:pt x="117" y="25"/>
                    <a:pt x="121" y="21"/>
                    <a:pt x="125" y="31"/>
                  </a:cubicBezTo>
                  <a:cubicBezTo>
                    <a:pt x="132" y="35"/>
                    <a:pt x="134" y="34"/>
                    <a:pt x="132" y="44"/>
                  </a:cubicBezTo>
                  <a:cubicBezTo>
                    <a:pt x="127" y="55"/>
                    <a:pt x="121" y="66"/>
                    <a:pt x="115" y="76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7" y="77"/>
                    <a:pt x="118" y="78"/>
                    <a:pt x="119" y="78"/>
                  </a:cubicBezTo>
                  <a:cubicBezTo>
                    <a:pt x="120" y="83"/>
                    <a:pt x="120" y="88"/>
                    <a:pt x="120" y="94"/>
                  </a:cubicBezTo>
                  <a:cubicBezTo>
                    <a:pt x="116" y="100"/>
                    <a:pt x="110" y="100"/>
                    <a:pt x="103" y="101"/>
                  </a:cubicBezTo>
                  <a:cubicBezTo>
                    <a:pt x="94" y="106"/>
                    <a:pt x="86" y="109"/>
                    <a:pt x="78" y="114"/>
                  </a:cubicBezTo>
                  <a:cubicBezTo>
                    <a:pt x="78" y="116"/>
                    <a:pt x="78" y="118"/>
                    <a:pt x="79" y="120"/>
                  </a:cubicBezTo>
                  <a:cubicBezTo>
                    <a:pt x="83" y="120"/>
                    <a:pt x="87" y="120"/>
                    <a:pt x="92" y="119"/>
                  </a:cubicBezTo>
                  <a:cubicBezTo>
                    <a:pt x="96" y="123"/>
                    <a:pt x="96" y="131"/>
                    <a:pt x="93" y="136"/>
                  </a:cubicBezTo>
                  <a:cubicBezTo>
                    <a:pt x="88" y="137"/>
                    <a:pt x="85" y="138"/>
                    <a:pt x="81" y="140"/>
                  </a:cubicBezTo>
                  <a:cubicBezTo>
                    <a:pt x="81" y="142"/>
                    <a:pt x="81" y="144"/>
                    <a:pt x="80" y="147"/>
                  </a:cubicBezTo>
                  <a:cubicBezTo>
                    <a:pt x="81" y="156"/>
                    <a:pt x="85" y="178"/>
                    <a:pt x="72" y="180"/>
                  </a:cubicBezTo>
                  <a:moveTo>
                    <a:pt x="99" y="67"/>
                  </a:moveTo>
                  <a:cubicBezTo>
                    <a:pt x="103" y="63"/>
                    <a:pt x="106" y="58"/>
                    <a:pt x="106" y="53"/>
                  </a:cubicBezTo>
                  <a:cubicBezTo>
                    <a:pt x="102" y="49"/>
                    <a:pt x="96" y="49"/>
                    <a:pt x="92" y="49"/>
                  </a:cubicBezTo>
                  <a:cubicBezTo>
                    <a:pt x="92" y="51"/>
                    <a:pt x="92" y="51"/>
                    <a:pt x="87" y="59"/>
                  </a:cubicBezTo>
                  <a:cubicBezTo>
                    <a:pt x="88" y="59"/>
                    <a:pt x="88" y="59"/>
                    <a:pt x="89" y="59"/>
                  </a:cubicBezTo>
                  <a:cubicBezTo>
                    <a:pt x="88" y="60"/>
                    <a:pt x="88" y="60"/>
                    <a:pt x="87" y="60"/>
                  </a:cubicBezTo>
                  <a:cubicBezTo>
                    <a:pt x="87" y="60"/>
                    <a:pt x="88" y="60"/>
                    <a:pt x="88" y="61"/>
                  </a:cubicBezTo>
                  <a:cubicBezTo>
                    <a:pt x="90" y="61"/>
                    <a:pt x="91" y="59"/>
                    <a:pt x="92" y="58"/>
                  </a:cubicBezTo>
                  <a:cubicBezTo>
                    <a:pt x="98" y="57"/>
                    <a:pt x="98" y="59"/>
                    <a:pt x="98" y="67"/>
                  </a:cubicBezTo>
                  <a:cubicBezTo>
                    <a:pt x="98" y="67"/>
                    <a:pt x="98" y="67"/>
                    <a:pt x="99" y="6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87">
              <a:extLst>
                <a:ext uri="{FF2B5EF4-FFF2-40B4-BE49-F238E27FC236}">
                  <a16:creationId xmlns:a16="http://schemas.microsoft.com/office/drawing/2014/main" id="{B152EC00-1BBF-41A0-B47D-E4C3CC7B75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5" y="933"/>
              <a:ext cx="31" cy="40"/>
            </a:xfrm>
            <a:custGeom>
              <a:avLst/>
              <a:gdLst>
                <a:gd name="T0" fmla="*/ 0 w 31"/>
                <a:gd name="T1" fmla="*/ 35 h 40"/>
                <a:gd name="T2" fmla="*/ 24 w 31"/>
                <a:gd name="T3" fmla="*/ 5 h 40"/>
                <a:gd name="T4" fmla="*/ 2 w 31"/>
                <a:gd name="T5" fmla="*/ 5 h 40"/>
                <a:gd name="T6" fmla="*/ 2 w 31"/>
                <a:gd name="T7" fmla="*/ 3 h 40"/>
                <a:gd name="T8" fmla="*/ 2 w 31"/>
                <a:gd name="T9" fmla="*/ 0 h 40"/>
                <a:gd name="T10" fmla="*/ 31 w 31"/>
                <a:gd name="T11" fmla="*/ 0 h 40"/>
                <a:gd name="T12" fmla="*/ 31 w 31"/>
                <a:gd name="T13" fmla="*/ 3 h 40"/>
                <a:gd name="T14" fmla="*/ 31 w 31"/>
                <a:gd name="T15" fmla="*/ 5 h 40"/>
                <a:gd name="T16" fmla="*/ 6 w 31"/>
                <a:gd name="T17" fmla="*/ 35 h 40"/>
                <a:gd name="T18" fmla="*/ 31 w 31"/>
                <a:gd name="T19" fmla="*/ 35 h 40"/>
                <a:gd name="T20" fmla="*/ 31 w 31"/>
                <a:gd name="T21" fmla="*/ 37 h 40"/>
                <a:gd name="T22" fmla="*/ 31 w 31"/>
                <a:gd name="T23" fmla="*/ 40 h 40"/>
                <a:gd name="T24" fmla="*/ 0 w 31"/>
                <a:gd name="T25" fmla="*/ 40 h 40"/>
                <a:gd name="T26" fmla="*/ 0 w 31"/>
                <a:gd name="T27" fmla="*/ 37 h 40"/>
                <a:gd name="T28" fmla="*/ 0 w 31"/>
                <a:gd name="T29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0" y="35"/>
                  </a:moveTo>
                  <a:lnTo>
                    <a:pt x="24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6" y="35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Freeform 88">
              <a:extLst>
                <a:ext uri="{FF2B5EF4-FFF2-40B4-BE49-F238E27FC236}">
                  <a16:creationId xmlns:a16="http://schemas.microsoft.com/office/drawing/2014/main" id="{DC4FEF47-0D2D-462B-9E9E-CC205E64E0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933"/>
              <a:ext cx="31" cy="40"/>
            </a:xfrm>
            <a:custGeom>
              <a:avLst/>
              <a:gdLst>
                <a:gd name="T0" fmla="*/ 0 w 31"/>
                <a:gd name="T1" fmla="*/ 0 h 40"/>
                <a:gd name="T2" fmla="*/ 2 w 31"/>
                <a:gd name="T3" fmla="*/ 0 h 40"/>
                <a:gd name="T4" fmla="*/ 5 w 31"/>
                <a:gd name="T5" fmla="*/ 0 h 40"/>
                <a:gd name="T6" fmla="*/ 5 w 31"/>
                <a:gd name="T7" fmla="*/ 16 h 40"/>
                <a:gd name="T8" fmla="*/ 26 w 31"/>
                <a:gd name="T9" fmla="*/ 16 h 40"/>
                <a:gd name="T10" fmla="*/ 26 w 31"/>
                <a:gd name="T11" fmla="*/ 0 h 40"/>
                <a:gd name="T12" fmla="*/ 28 w 31"/>
                <a:gd name="T13" fmla="*/ 0 h 40"/>
                <a:gd name="T14" fmla="*/ 31 w 31"/>
                <a:gd name="T15" fmla="*/ 0 h 40"/>
                <a:gd name="T16" fmla="*/ 31 w 31"/>
                <a:gd name="T17" fmla="*/ 40 h 40"/>
                <a:gd name="T18" fmla="*/ 28 w 31"/>
                <a:gd name="T19" fmla="*/ 40 h 40"/>
                <a:gd name="T20" fmla="*/ 26 w 31"/>
                <a:gd name="T21" fmla="*/ 40 h 40"/>
                <a:gd name="T22" fmla="*/ 26 w 31"/>
                <a:gd name="T23" fmla="*/ 21 h 40"/>
                <a:gd name="T24" fmla="*/ 5 w 31"/>
                <a:gd name="T25" fmla="*/ 21 h 40"/>
                <a:gd name="T26" fmla="*/ 5 w 31"/>
                <a:gd name="T27" fmla="*/ 40 h 40"/>
                <a:gd name="T28" fmla="*/ 2 w 31"/>
                <a:gd name="T29" fmla="*/ 40 h 40"/>
                <a:gd name="T30" fmla="*/ 0 w 31"/>
                <a:gd name="T31" fmla="*/ 40 h 40"/>
                <a:gd name="T32" fmla="*/ 0 w 31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16"/>
                  </a:lnTo>
                  <a:lnTo>
                    <a:pt x="26" y="16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21"/>
                  </a:lnTo>
                  <a:lnTo>
                    <a:pt x="5" y="2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89">
              <a:extLst>
                <a:ext uri="{FF2B5EF4-FFF2-40B4-BE49-F238E27FC236}">
                  <a16:creationId xmlns:a16="http://schemas.microsoft.com/office/drawing/2014/main" id="{5E30C2B2-3E38-4380-987C-2EBB66C43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3" y="933"/>
              <a:ext cx="29" cy="40"/>
            </a:xfrm>
            <a:custGeom>
              <a:avLst/>
              <a:gdLst>
                <a:gd name="T0" fmla="*/ 0 w 29"/>
                <a:gd name="T1" fmla="*/ 40 h 40"/>
                <a:gd name="T2" fmla="*/ 0 w 29"/>
                <a:gd name="T3" fmla="*/ 0 h 40"/>
                <a:gd name="T4" fmla="*/ 29 w 29"/>
                <a:gd name="T5" fmla="*/ 0 h 40"/>
                <a:gd name="T6" fmla="*/ 29 w 29"/>
                <a:gd name="T7" fmla="*/ 3 h 40"/>
                <a:gd name="T8" fmla="*/ 29 w 29"/>
                <a:gd name="T9" fmla="*/ 5 h 40"/>
                <a:gd name="T10" fmla="*/ 6 w 29"/>
                <a:gd name="T11" fmla="*/ 5 h 40"/>
                <a:gd name="T12" fmla="*/ 6 w 29"/>
                <a:gd name="T13" fmla="*/ 16 h 40"/>
                <a:gd name="T14" fmla="*/ 27 w 29"/>
                <a:gd name="T15" fmla="*/ 16 h 40"/>
                <a:gd name="T16" fmla="*/ 27 w 29"/>
                <a:gd name="T17" fmla="*/ 19 h 40"/>
                <a:gd name="T18" fmla="*/ 27 w 29"/>
                <a:gd name="T19" fmla="*/ 21 h 40"/>
                <a:gd name="T20" fmla="*/ 6 w 29"/>
                <a:gd name="T21" fmla="*/ 21 h 40"/>
                <a:gd name="T22" fmla="*/ 6 w 29"/>
                <a:gd name="T23" fmla="*/ 35 h 40"/>
                <a:gd name="T24" fmla="*/ 29 w 29"/>
                <a:gd name="T25" fmla="*/ 35 h 40"/>
                <a:gd name="T26" fmla="*/ 29 w 29"/>
                <a:gd name="T27" fmla="*/ 37 h 40"/>
                <a:gd name="T28" fmla="*/ 29 w 29"/>
                <a:gd name="T29" fmla="*/ 40 h 40"/>
                <a:gd name="T30" fmla="*/ 0 w 29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lnTo>
                    <a:pt x="0" y="0"/>
                  </a:lnTo>
                  <a:lnTo>
                    <a:pt x="29" y="0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29" y="35"/>
                  </a:lnTo>
                  <a:lnTo>
                    <a:pt x="29" y="37"/>
                  </a:lnTo>
                  <a:lnTo>
                    <a:pt x="29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90">
              <a:extLst>
                <a:ext uri="{FF2B5EF4-FFF2-40B4-BE49-F238E27FC236}">
                  <a16:creationId xmlns:a16="http://schemas.microsoft.com/office/drawing/2014/main" id="{7EF812C9-BCC6-45A7-A251-34E1DF8A6D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2" y="933"/>
              <a:ext cx="22" cy="40"/>
            </a:xfrm>
            <a:custGeom>
              <a:avLst/>
              <a:gdLst>
                <a:gd name="T0" fmla="*/ 14 w 18"/>
                <a:gd name="T1" fmla="*/ 0 h 32"/>
                <a:gd name="T2" fmla="*/ 16 w 18"/>
                <a:gd name="T3" fmla="*/ 0 h 32"/>
                <a:gd name="T4" fmla="*/ 18 w 18"/>
                <a:gd name="T5" fmla="*/ 0 h 32"/>
                <a:gd name="T6" fmla="*/ 18 w 18"/>
                <a:gd name="T7" fmla="*/ 23 h 32"/>
                <a:gd name="T8" fmla="*/ 16 w 18"/>
                <a:gd name="T9" fmla="*/ 30 h 32"/>
                <a:gd name="T10" fmla="*/ 9 w 18"/>
                <a:gd name="T11" fmla="*/ 32 h 32"/>
                <a:gd name="T12" fmla="*/ 2 w 18"/>
                <a:gd name="T13" fmla="*/ 30 h 32"/>
                <a:gd name="T14" fmla="*/ 0 w 18"/>
                <a:gd name="T15" fmla="*/ 23 h 32"/>
                <a:gd name="T16" fmla="*/ 0 w 18"/>
                <a:gd name="T17" fmla="*/ 21 h 32"/>
                <a:gd name="T18" fmla="*/ 4 w 18"/>
                <a:gd name="T19" fmla="*/ 21 h 32"/>
                <a:gd name="T20" fmla="*/ 4 w 18"/>
                <a:gd name="T21" fmla="*/ 23 h 32"/>
                <a:gd name="T22" fmla="*/ 6 w 18"/>
                <a:gd name="T23" fmla="*/ 27 h 32"/>
                <a:gd name="T24" fmla="*/ 9 w 18"/>
                <a:gd name="T25" fmla="*/ 29 h 32"/>
                <a:gd name="T26" fmla="*/ 13 w 18"/>
                <a:gd name="T27" fmla="*/ 27 h 32"/>
                <a:gd name="T28" fmla="*/ 14 w 18"/>
                <a:gd name="T29" fmla="*/ 23 h 32"/>
                <a:gd name="T30" fmla="*/ 14 w 18"/>
                <a:gd name="T3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32">
                  <a:moveTo>
                    <a:pt x="1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6"/>
                    <a:pt x="18" y="28"/>
                    <a:pt x="16" y="30"/>
                  </a:cubicBezTo>
                  <a:cubicBezTo>
                    <a:pt x="14" y="32"/>
                    <a:pt x="12" y="32"/>
                    <a:pt x="9" y="32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5"/>
                    <a:pt x="5" y="26"/>
                    <a:pt x="6" y="27"/>
                  </a:cubicBezTo>
                  <a:cubicBezTo>
                    <a:pt x="6" y="28"/>
                    <a:pt x="8" y="29"/>
                    <a:pt x="9" y="29"/>
                  </a:cubicBezTo>
                  <a:cubicBezTo>
                    <a:pt x="11" y="29"/>
                    <a:pt x="12" y="28"/>
                    <a:pt x="13" y="27"/>
                  </a:cubicBezTo>
                  <a:cubicBezTo>
                    <a:pt x="14" y="26"/>
                    <a:pt x="14" y="24"/>
                    <a:pt x="14" y="23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91">
              <a:extLst>
                <a:ext uri="{FF2B5EF4-FFF2-40B4-BE49-F238E27FC236}">
                  <a16:creationId xmlns:a16="http://schemas.microsoft.com/office/drawing/2014/main" id="{81065418-3CC9-4275-B550-5E91A7606F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9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3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3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92">
              <a:extLst>
                <a:ext uri="{FF2B5EF4-FFF2-40B4-BE49-F238E27FC236}">
                  <a16:creationId xmlns:a16="http://schemas.microsoft.com/office/drawing/2014/main" id="{F7EAFB12-6F84-4C23-B641-B75A2A589D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" y="933"/>
              <a:ext cx="36" cy="40"/>
            </a:xfrm>
            <a:custGeom>
              <a:avLst/>
              <a:gdLst>
                <a:gd name="T0" fmla="*/ 15 w 36"/>
                <a:gd name="T1" fmla="*/ 0 h 40"/>
                <a:gd name="T2" fmla="*/ 19 w 36"/>
                <a:gd name="T3" fmla="*/ 0 h 40"/>
                <a:gd name="T4" fmla="*/ 21 w 36"/>
                <a:gd name="T5" fmla="*/ 0 h 40"/>
                <a:gd name="T6" fmla="*/ 36 w 36"/>
                <a:gd name="T7" fmla="*/ 40 h 40"/>
                <a:gd name="T8" fmla="*/ 33 w 36"/>
                <a:gd name="T9" fmla="*/ 40 h 40"/>
                <a:gd name="T10" fmla="*/ 30 w 36"/>
                <a:gd name="T11" fmla="*/ 40 h 40"/>
                <a:gd name="T12" fmla="*/ 26 w 36"/>
                <a:gd name="T13" fmla="*/ 27 h 40"/>
                <a:gd name="T14" fmla="*/ 10 w 36"/>
                <a:gd name="T15" fmla="*/ 27 h 40"/>
                <a:gd name="T16" fmla="*/ 7 w 36"/>
                <a:gd name="T17" fmla="*/ 40 h 40"/>
                <a:gd name="T18" fmla="*/ 4 w 36"/>
                <a:gd name="T19" fmla="*/ 40 h 40"/>
                <a:gd name="T20" fmla="*/ 0 w 36"/>
                <a:gd name="T21" fmla="*/ 40 h 40"/>
                <a:gd name="T22" fmla="*/ 15 w 36"/>
                <a:gd name="T23" fmla="*/ 0 h 40"/>
                <a:gd name="T24" fmla="*/ 12 w 36"/>
                <a:gd name="T25" fmla="*/ 24 h 40"/>
                <a:gd name="T26" fmla="*/ 24 w 36"/>
                <a:gd name="T27" fmla="*/ 24 h 40"/>
                <a:gd name="T28" fmla="*/ 19 w 36"/>
                <a:gd name="T29" fmla="*/ 5 h 40"/>
                <a:gd name="T30" fmla="*/ 19 w 36"/>
                <a:gd name="T31" fmla="*/ 5 h 40"/>
                <a:gd name="T32" fmla="*/ 12 w 36"/>
                <a:gd name="T33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40">
                  <a:moveTo>
                    <a:pt x="15" y="0"/>
                  </a:moveTo>
                  <a:lnTo>
                    <a:pt x="19" y="0"/>
                  </a:lnTo>
                  <a:lnTo>
                    <a:pt x="21" y="0"/>
                  </a:lnTo>
                  <a:lnTo>
                    <a:pt x="36" y="40"/>
                  </a:lnTo>
                  <a:lnTo>
                    <a:pt x="33" y="40"/>
                  </a:lnTo>
                  <a:lnTo>
                    <a:pt x="30" y="40"/>
                  </a:lnTo>
                  <a:lnTo>
                    <a:pt x="26" y="27"/>
                  </a:lnTo>
                  <a:lnTo>
                    <a:pt x="10" y="27"/>
                  </a:lnTo>
                  <a:lnTo>
                    <a:pt x="7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15" y="0"/>
                  </a:lnTo>
                  <a:close/>
                  <a:moveTo>
                    <a:pt x="12" y="24"/>
                  </a:moveTo>
                  <a:lnTo>
                    <a:pt x="24" y="2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93">
              <a:extLst>
                <a:ext uri="{FF2B5EF4-FFF2-40B4-BE49-F238E27FC236}">
                  <a16:creationId xmlns:a16="http://schemas.microsoft.com/office/drawing/2014/main" id="{101119CA-B921-49F7-AB92-D45040144E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1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3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4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9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9 w 31"/>
                <a:gd name="T23" fmla="*/ 40 h 40"/>
                <a:gd name="T24" fmla="*/ 26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9" y="40"/>
                  </a:lnTo>
                  <a:lnTo>
                    <a:pt x="26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94">
              <a:extLst>
                <a:ext uri="{FF2B5EF4-FFF2-40B4-BE49-F238E27FC236}">
                  <a16:creationId xmlns:a16="http://schemas.microsoft.com/office/drawing/2014/main" id="{6B9C7DA6-3388-462C-8BB8-09D0DB3A26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932"/>
              <a:ext cx="36" cy="41"/>
            </a:xfrm>
            <a:custGeom>
              <a:avLst/>
              <a:gdLst>
                <a:gd name="T0" fmla="*/ 15 w 29"/>
                <a:gd name="T1" fmla="*/ 33 h 33"/>
                <a:gd name="T2" fmla="*/ 4 w 29"/>
                <a:gd name="T3" fmla="*/ 29 h 33"/>
                <a:gd name="T4" fmla="*/ 0 w 29"/>
                <a:gd name="T5" fmla="*/ 17 h 33"/>
                <a:gd name="T6" fmla="*/ 4 w 29"/>
                <a:gd name="T7" fmla="*/ 5 h 33"/>
                <a:gd name="T8" fmla="*/ 15 w 29"/>
                <a:gd name="T9" fmla="*/ 0 h 33"/>
                <a:gd name="T10" fmla="*/ 24 w 29"/>
                <a:gd name="T11" fmla="*/ 3 h 33"/>
                <a:gd name="T12" fmla="*/ 28 w 29"/>
                <a:gd name="T13" fmla="*/ 10 h 33"/>
                <a:gd name="T14" fmla="*/ 24 w 29"/>
                <a:gd name="T15" fmla="*/ 10 h 33"/>
                <a:gd name="T16" fmla="*/ 21 w 29"/>
                <a:gd name="T17" fmla="*/ 5 h 33"/>
                <a:gd name="T18" fmla="*/ 15 w 29"/>
                <a:gd name="T19" fmla="*/ 4 h 33"/>
                <a:gd name="T20" fmla="*/ 7 w 29"/>
                <a:gd name="T21" fmla="*/ 7 h 33"/>
                <a:gd name="T22" fmla="*/ 4 w 29"/>
                <a:gd name="T23" fmla="*/ 17 h 33"/>
                <a:gd name="T24" fmla="*/ 7 w 29"/>
                <a:gd name="T25" fmla="*/ 26 h 33"/>
                <a:gd name="T26" fmla="*/ 15 w 29"/>
                <a:gd name="T27" fmla="*/ 30 h 33"/>
                <a:gd name="T28" fmla="*/ 23 w 29"/>
                <a:gd name="T29" fmla="*/ 26 h 33"/>
                <a:gd name="T30" fmla="*/ 24 w 29"/>
                <a:gd name="T31" fmla="*/ 25 h 33"/>
                <a:gd name="T32" fmla="*/ 25 w 29"/>
                <a:gd name="T33" fmla="*/ 23 h 33"/>
                <a:gd name="T34" fmla="*/ 25 w 29"/>
                <a:gd name="T35" fmla="*/ 20 h 33"/>
                <a:gd name="T36" fmla="*/ 25 w 29"/>
                <a:gd name="T37" fmla="*/ 19 h 33"/>
                <a:gd name="T38" fmla="*/ 15 w 29"/>
                <a:gd name="T39" fmla="*/ 19 h 33"/>
                <a:gd name="T40" fmla="*/ 15 w 29"/>
                <a:gd name="T41" fmla="*/ 16 h 33"/>
                <a:gd name="T42" fmla="*/ 29 w 29"/>
                <a:gd name="T43" fmla="*/ 16 h 33"/>
                <a:gd name="T44" fmla="*/ 29 w 29"/>
                <a:gd name="T45" fmla="*/ 32 h 33"/>
                <a:gd name="T46" fmla="*/ 26 w 29"/>
                <a:gd name="T47" fmla="*/ 32 h 33"/>
                <a:gd name="T48" fmla="*/ 25 w 29"/>
                <a:gd name="T49" fmla="*/ 28 h 33"/>
                <a:gd name="T50" fmla="*/ 25 w 29"/>
                <a:gd name="T51" fmla="*/ 29 h 33"/>
                <a:gd name="T52" fmla="*/ 15 w 29"/>
                <a:gd name="T5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3">
                  <a:moveTo>
                    <a:pt x="15" y="33"/>
                  </a:moveTo>
                  <a:cubicBezTo>
                    <a:pt x="10" y="33"/>
                    <a:pt x="7" y="32"/>
                    <a:pt x="4" y="29"/>
                  </a:cubicBezTo>
                  <a:cubicBezTo>
                    <a:pt x="1" y="26"/>
                    <a:pt x="0" y="22"/>
                    <a:pt x="0" y="17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1"/>
                    <a:pt x="10" y="0"/>
                    <a:pt x="15" y="0"/>
                  </a:cubicBezTo>
                  <a:cubicBezTo>
                    <a:pt x="18" y="0"/>
                    <a:pt x="21" y="1"/>
                    <a:pt x="24" y="3"/>
                  </a:cubicBezTo>
                  <a:cubicBezTo>
                    <a:pt x="26" y="5"/>
                    <a:pt x="28" y="7"/>
                    <a:pt x="28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8"/>
                    <a:pt x="23" y="7"/>
                    <a:pt x="21" y="5"/>
                  </a:cubicBezTo>
                  <a:cubicBezTo>
                    <a:pt x="19" y="4"/>
                    <a:pt x="17" y="4"/>
                    <a:pt x="15" y="4"/>
                  </a:cubicBez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1"/>
                    <a:pt x="5" y="24"/>
                    <a:pt x="7" y="26"/>
                  </a:cubicBezTo>
                  <a:cubicBezTo>
                    <a:pt x="9" y="29"/>
                    <a:pt x="12" y="30"/>
                    <a:pt x="15" y="30"/>
                  </a:cubicBezTo>
                  <a:cubicBezTo>
                    <a:pt x="18" y="30"/>
                    <a:pt x="21" y="29"/>
                    <a:pt x="23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4" y="24"/>
                    <a:pt x="24" y="24"/>
                    <a:pt x="25" y="23"/>
                  </a:cubicBezTo>
                  <a:cubicBezTo>
                    <a:pt x="25" y="22"/>
                    <a:pt x="25" y="21"/>
                    <a:pt x="25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2" y="32"/>
                    <a:pt x="19" y="33"/>
                    <a:pt x="15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95">
              <a:extLst>
                <a:ext uri="{FF2B5EF4-FFF2-40B4-BE49-F238E27FC236}">
                  <a16:creationId xmlns:a16="http://schemas.microsoft.com/office/drawing/2014/main" id="{9C1ED501-064A-41D7-A3FF-D34A0113A7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60" y="933"/>
              <a:ext cx="31" cy="40"/>
            </a:xfrm>
            <a:custGeom>
              <a:avLst/>
              <a:gdLst>
                <a:gd name="T0" fmla="*/ 25 w 25"/>
                <a:gd name="T1" fmla="*/ 20 h 32"/>
                <a:gd name="T2" fmla="*/ 21 w 25"/>
                <a:gd name="T3" fmla="*/ 29 h 32"/>
                <a:gd name="T4" fmla="*/ 12 w 25"/>
                <a:gd name="T5" fmla="*/ 32 h 32"/>
                <a:gd name="T6" fmla="*/ 3 w 25"/>
                <a:gd name="T7" fmla="*/ 29 h 32"/>
                <a:gd name="T8" fmla="*/ 0 w 25"/>
                <a:gd name="T9" fmla="*/ 20 h 32"/>
                <a:gd name="T10" fmla="*/ 0 w 25"/>
                <a:gd name="T11" fmla="*/ 0 h 32"/>
                <a:gd name="T12" fmla="*/ 2 w 25"/>
                <a:gd name="T13" fmla="*/ 0 h 32"/>
                <a:gd name="T14" fmla="*/ 4 w 25"/>
                <a:gd name="T15" fmla="*/ 0 h 32"/>
                <a:gd name="T16" fmla="*/ 4 w 25"/>
                <a:gd name="T17" fmla="*/ 20 h 32"/>
                <a:gd name="T18" fmla="*/ 6 w 25"/>
                <a:gd name="T19" fmla="*/ 26 h 32"/>
                <a:gd name="T20" fmla="*/ 12 w 25"/>
                <a:gd name="T21" fmla="*/ 29 h 32"/>
                <a:gd name="T22" fmla="*/ 18 w 25"/>
                <a:gd name="T23" fmla="*/ 26 h 32"/>
                <a:gd name="T24" fmla="*/ 20 w 25"/>
                <a:gd name="T25" fmla="*/ 20 h 32"/>
                <a:gd name="T26" fmla="*/ 20 w 25"/>
                <a:gd name="T27" fmla="*/ 0 h 32"/>
                <a:gd name="T28" fmla="*/ 22 w 25"/>
                <a:gd name="T29" fmla="*/ 0 h 32"/>
                <a:gd name="T30" fmla="*/ 25 w 25"/>
                <a:gd name="T31" fmla="*/ 0 h 32"/>
                <a:gd name="T32" fmla="*/ 25 w 25"/>
                <a:gd name="T33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2">
                  <a:moveTo>
                    <a:pt x="25" y="20"/>
                  </a:moveTo>
                  <a:cubicBezTo>
                    <a:pt x="25" y="24"/>
                    <a:pt x="23" y="27"/>
                    <a:pt x="21" y="29"/>
                  </a:cubicBezTo>
                  <a:cubicBezTo>
                    <a:pt x="19" y="31"/>
                    <a:pt x="16" y="32"/>
                    <a:pt x="12" y="32"/>
                  </a:cubicBezTo>
                  <a:cubicBezTo>
                    <a:pt x="8" y="32"/>
                    <a:pt x="5" y="31"/>
                    <a:pt x="3" y="29"/>
                  </a:cubicBezTo>
                  <a:cubicBezTo>
                    <a:pt x="1" y="27"/>
                    <a:pt x="0" y="24"/>
                    <a:pt x="0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3"/>
                    <a:pt x="5" y="25"/>
                    <a:pt x="6" y="26"/>
                  </a:cubicBezTo>
                  <a:cubicBezTo>
                    <a:pt x="7" y="28"/>
                    <a:pt x="9" y="29"/>
                    <a:pt x="12" y="29"/>
                  </a:cubicBezTo>
                  <a:cubicBezTo>
                    <a:pt x="15" y="29"/>
                    <a:pt x="17" y="28"/>
                    <a:pt x="18" y="26"/>
                  </a:cubicBezTo>
                  <a:cubicBezTo>
                    <a:pt x="20" y="25"/>
                    <a:pt x="20" y="23"/>
                    <a:pt x="20" y="2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96">
              <a:extLst>
                <a:ext uri="{FF2B5EF4-FFF2-40B4-BE49-F238E27FC236}">
                  <a16:creationId xmlns:a16="http://schemas.microsoft.com/office/drawing/2014/main" id="{FB600838-CD47-49AE-BC6F-8BB25387BA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06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2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2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8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8 w 31"/>
                <a:gd name="T23" fmla="*/ 40 h 40"/>
                <a:gd name="T24" fmla="*/ 25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5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97">
              <a:extLst>
                <a:ext uri="{FF2B5EF4-FFF2-40B4-BE49-F238E27FC236}">
                  <a16:creationId xmlns:a16="http://schemas.microsoft.com/office/drawing/2014/main" id="{E28C207B-B91B-452A-B0D7-777C64C110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2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98">
              <a:extLst>
                <a:ext uri="{FF2B5EF4-FFF2-40B4-BE49-F238E27FC236}">
                  <a16:creationId xmlns:a16="http://schemas.microsoft.com/office/drawing/2014/main" id="{21185FD0-7E48-4E5B-A3AA-470E58DE60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7" y="933"/>
              <a:ext cx="34" cy="40"/>
            </a:xfrm>
            <a:custGeom>
              <a:avLst/>
              <a:gdLst>
                <a:gd name="T0" fmla="*/ 0 w 34"/>
                <a:gd name="T1" fmla="*/ 0 h 40"/>
                <a:gd name="T2" fmla="*/ 3 w 34"/>
                <a:gd name="T3" fmla="*/ 0 h 40"/>
                <a:gd name="T4" fmla="*/ 6 w 34"/>
                <a:gd name="T5" fmla="*/ 0 h 40"/>
                <a:gd name="T6" fmla="*/ 17 w 34"/>
                <a:gd name="T7" fmla="*/ 34 h 40"/>
                <a:gd name="T8" fmla="*/ 17 w 34"/>
                <a:gd name="T9" fmla="*/ 34 h 40"/>
                <a:gd name="T10" fmla="*/ 28 w 34"/>
                <a:gd name="T11" fmla="*/ 0 h 40"/>
                <a:gd name="T12" fmla="*/ 32 w 34"/>
                <a:gd name="T13" fmla="*/ 0 h 40"/>
                <a:gd name="T14" fmla="*/ 34 w 34"/>
                <a:gd name="T15" fmla="*/ 0 h 40"/>
                <a:gd name="T16" fmla="*/ 21 w 34"/>
                <a:gd name="T17" fmla="*/ 40 h 40"/>
                <a:gd name="T18" fmla="*/ 17 w 34"/>
                <a:gd name="T19" fmla="*/ 40 h 40"/>
                <a:gd name="T20" fmla="*/ 15 w 34"/>
                <a:gd name="T21" fmla="*/ 40 h 40"/>
                <a:gd name="T22" fmla="*/ 0 w 34"/>
                <a:gd name="T2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" h="40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1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99">
              <a:extLst>
                <a:ext uri="{FF2B5EF4-FFF2-40B4-BE49-F238E27FC236}">
                  <a16:creationId xmlns:a16="http://schemas.microsoft.com/office/drawing/2014/main" id="{C88AEE4E-9C5E-4BD7-A187-4E998266B8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1" y="933"/>
              <a:ext cx="30" cy="40"/>
            </a:xfrm>
            <a:custGeom>
              <a:avLst/>
              <a:gdLst>
                <a:gd name="T0" fmla="*/ 0 w 30"/>
                <a:gd name="T1" fmla="*/ 40 h 40"/>
                <a:gd name="T2" fmla="*/ 0 w 30"/>
                <a:gd name="T3" fmla="*/ 0 h 40"/>
                <a:gd name="T4" fmla="*/ 30 w 30"/>
                <a:gd name="T5" fmla="*/ 0 h 40"/>
                <a:gd name="T6" fmla="*/ 30 w 30"/>
                <a:gd name="T7" fmla="*/ 3 h 40"/>
                <a:gd name="T8" fmla="*/ 30 w 30"/>
                <a:gd name="T9" fmla="*/ 5 h 40"/>
                <a:gd name="T10" fmla="*/ 6 w 30"/>
                <a:gd name="T11" fmla="*/ 5 h 40"/>
                <a:gd name="T12" fmla="*/ 6 w 30"/>
                <a:gd name="T13" fmla="*/ 16 h 40"/>
                <a:gd name="T14" fmla="*/ 27 w 30"/>
                <a:gd name="T15" fmla="*/ 16 h 40"/>
                <a:gd name="T16" fmla="*/ 27 w 30"/>
                <a:gd name="T17" fmla="*/ 19 h 40"/>
                <a:gd name="T18" fmla="*/ 27 w 30"/>
                <a:gd name="T19" fmla="*/ 21 h 40"/>
                <a:gd name="T20" fmla="*/ 6 w 30"/>
                <a:gd name="T21" fmla="*/ 21 h 40"/>
                <a:gd name="T22" fmla="*/ 6 w 30"/>
                <a:gd name="T23" fmla="*/ 35 h 40"/>
                <a:gd name="T24" fmla="*/ 30 w 30"/>
                <a:gd name="T25" fmla="*/ 35 h 40"/>
                <a:gd name="T26" fmla="*/ 30 w 30"/>
                <a:gd name="T27" fmla="*/ 37 h 40"/>
                <a:gd name="T28" fmla="*/ 30 w 30"/>
                <a:gd name="T29" fmla="*/ 40 h 40"/>
                <a:gd name="T30" fmla="*/ 0 w 30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40">
                  <a:moveTo>
                    <a:pt x="0" y="40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30" y="35"/>
                  </a:lnTo>
                  <a:lnTo>
                    <a:pt x="30" y="37"/>
                  </a:lnTo>
                  <a:lnTo>
                    <a:pt x="30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00">
              <a:extLst>
                <a:ext uri="{FF2B5EF4-FFF2-40B4-BE49-F238E27FC236}">
                  <a16:creationId xmlns:a16="http://schemas.microsoft.com/office/drawing/2014/main" id="{B2A07BC7-82C6-4612-B331-C32464BF3E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55" y="933"/>
              <a:ext cx="33" cy="40"/>
            </a:xfrm>
            <a:custGeom>
              <a:avLst/>
              <a:gdLst>
                <a:gd name="T0" fmla="*/ 0 w 27"/>
                <a:gd name="T1" fmla="*/ 0 h 32"/>
                <a:gd name="T2" fmla="*/ 2 w 27"/>
                <a:gd name="T3" fmla="*/ 0 h 32"/>
                <a:gd name="T4" fmla="*/ 15 w 27"/>
                <a:gd name="T5" fmla="*/ 0 h 32"/>
                <a:gd name="T6" fmla="*/ 23 w 27"/>
                <a:gd name="T7" fmla="*/ 2 h 32"/>
                <a:gd name="T8" fmla="*/ 25 w 27"/>
                <a:gd name="T9" fmla="*/ 8 h 32"/>
                <a:gd name="T10" fmla="*/ 23 w 27"/>
                <a:gd name="T11" fmla="*/ 15 h 32"/>
                <a:gd name="T12" fmla="*/ 21 w 27"/>
                <a:gd name="T13" fmla="*/ 16 h 32"/>
                <a:gd name="T14" fmla="*/ 22 w 27"/>
                <a:gd name="T15" fmla="*/ 16 h 32"/>
                <a:gd name="T16" fmla="*/ 25 w 27"/>
                <a:gd name="T17" fmla="*/ 22 h 32"/>
                <a:gd name="T18" fmla="*/ 25 w 27"/>
                <a:gd name="T19" fmla="*/ 28 h 32"/>
                <a:gd name="T20" fmla="*/ 25 w 27"/>
                <a:gd name="T21" fmla="*/ 30 h 32"/>
                <a:gd name="T22" fmla="*/ 27 w 27"/>
                <a:gd name="T23" fmla="*/ 31 h 32"/>
                <a:gd name="T24" fmla="*/ 27 w 27"/>
                <a:gd name="T25" fmla="*/ 31 h 32"/>
                <a:gd name="T26" fmla="*/ 21 w 27"/>
                <a:gd name="T27" fmla="*/ 31 h 32"/>
                <a:gd name="T28" fmla="*/ 21 w 27"/>
                <a:gd name="T29" fmla="*/ 29 h 32"/>
                <a:gd name="T30" fmla="*/ 21 w 27"/>
                <a:gd name="T31" fmla="*/ 26 h 32"/>
                <a:gd name="T32" fmla="*/ 21 w 27"/>
                <a:gd name="T33" fmla="*/ 23 h 32"/>
                <a:gd name="T34" fmla="*/ 19 w 27"/>
                <a:gd name="T35" fmla="*/ 19 h 32"/>
                <a:gd name="T36" fmla="*/ 15 w 27"/>
                <a:gd name="T37" fmla="*/ 18 h 32"/>
                <a:gd name="T38" fmla="*/ 4 w 27"/>
                <a:gd name="T39" fmla="*/ 18 h 32"/>
                <a:gd name="T40" fmla="*/ 4 w 27"/>
                <a:gd name="T41" fmla="*/ 32 h 32"/>
                <a:gd name="T42" fmla="*/ 2 w 27"/>
                <a:gd name="T43" fmla="*/ 32 h 32"/>
                <a:gd name="T44" fmla="*/ 0 w 27"/>
                <a:gd name="T45" fmla="*/ 32 h 32"/>
                <a:gd name="T46" fmla="*/ 0 w 27"/>
                <a:gd name="T47" fmla="*/ 0 h 32"/>
                <a:gd name="T48" fmla="*/ 4 w 27"/>
                <a:gd name="T49" fmla="*/ 14 h 32"/>
                <a:gd name="T50" fmla="*/ 15 w 27"/>
                <a:gd name="T51" fmla="*/ 14 h 32"/>
                <a:gd name="T52" fmla="*/ 19 w 27"/>
                <a:gd name="T53" fmla="*/ 13 h 32"/>
                <a:gd name="T54" fmla="*/ 21 w 27"/>
                <a:gd name="T55" fmla="*/ 9 h 32"/>
                <a:gd name="T56" fmla="*/ 19 w 27"/>
                <a:gd name="T57" fmla="*/ 5 h 32"/>
                <a:gd name="T58" fmla="*/ 15 w 27"/>
                <a:gd name="T59" fmla="*/ 3 h 32"/>
                <a:gd name="T60" fmla="*/ 4 w 27"/>
                <a:gd name="T61" fmla="*/ 3 h 32"/>
                <a:gd name="T62" fmla="*/ 4 w 27"/>
                <a:gd name="T63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" h="32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0"/>
                    <a:pt x="21" y="1"/>
                    <a:pt x="23" y="2"/>
                  </a:cubicBezTo>
                  <a:cubicBezTo>
                    <a:pt x="24" y="3"/>
                    <a:pt x="25" y="6"/>
                    <a:pt x="25" y="8"/>
                  </a:cubicBezTo>
                  <a:cubicBezTo>
                    <a:pt x="25" y="11"/>
                    <a:pt x="24" y="13"/>
                    <a:pt x="23" y="15"/>
                  </a:cubicBezTo>
                  <a:cubicBezTo>
                    <a:pt x="22" y="15"/>
                    <a:pt x="22" y="16"/>
                    <a:pt x="21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4" y="17"/>
                    <a:pt x="25" y="19"/>
                    <a:pt x="25" y="2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0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1" y="31"/>
                    <a:pt x="21" y="31"/>
                    <a:pt x="21" y="29"/>
                  </a:cubicBezTo>
                  <a:cubicBezTo>
                    <a:pt x="21" y="28"/>
                    <a:pt x="21" y="27"/>
                    <a:pt x="21" y="26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1"/>
                    <a:pt x="20" y="20"/>
                    <a:pt x="19" y="19"/>
                  </a:cubicBezTo>
                  <a:cubicBezTo>
                    <a:pt x="18" y="18"/>
                    <a:pt x="17" y="18"/>
                    <a:pt x="1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  <a:moveTo>
                    <a:pt x="4" y="14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9" y="14"/>
                    <a:pt x="19" y="13"/>
                  </a:cubicBezTo>
                  <a:cubicBezTo>
                    <a:pt x="20" y="12"/>
                    <a:pt x="21" y="11"/>
                    <a:pt x="21" y="9"/>
                  </a:cubicBezTo>
                  <a:cubicBezTo>
                    <a:pt x="21" y="7"/>
                    <a:pt x="20" y="5"/>
                    <a:pt x="19" y="5"/>
                  </a:cubicBezTo>
                  <a:cubicBezTo>
                    <a:pt x="18" y="4"/>
                    <a:pt x="17" y="3"/>
                    <a:pt x="15" y="3"/>
                  </a:cubicBezTo>
                  <a:cubicBezTo>
                    <a:pt x="4" y="3"/>
                    <a:pt x="4" y="3"/>
                    <a:pt x="4" y="3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01">
              <a:extLst>
                <a:ext uri="{FF2B5EF4-FFF2-40B4-BE49-F238E27FC236}">
                  <a16:creationId xmlns:a16="http://schemas.microsoft.com/office/drawing/2014/main" id="{7D0CF6E8-B31C-4530-BE88-1E66FCE05A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932"/>
              <a:ext cx="31" cy="41"/>
            </a:xfrm>
            <a:custGeom>
              <a:avLst/>
              <a:gdLst>
                <a:gd name="T0" fmla="*/ 20 w 25"/>
                <a:gd name="T1" fmla="*/ 10 h 33"/>
                <a:gd name="T2" fmla="*/ 18 w 25"/>
                <a:gd name="T3" fmla="*/ 5 h 33"/>
                <a:gd name="T4" fmla="*/ 12 w 25"/>
                <a:gd name="T5" fmla="*/ 4 h 33"/>
                <a:gd name="T6" fmla="*/ 7 w 25"/>
                <a:gd name="T7" fmla="*/ 5 h 33"/>
                <a:gd name="T8" fmla="*/ 5 w 25"/>
                <a:gd name="T9" fmla="*/ 9 h 33"/>
                <a:gd name="T10" fmla="*/ 6 w 25"/>
                <a:gd name="T11" fmla="*/ 12 h 33"/>
                <a:gd name="T12" fmla="*/ 11 w 25"/>
                <a:gd name="T13" fmla="*/ 14 h 33"/>
                <a:gd name="T14" fmla="*/ 17 w 25"/>
                <a:gd name="T15" fmla="*/ 15 h 33"/>
                <a:gd name="T16" fmla="*/ 23 w 25"/>
                <a:gd name="T17" fmla="*/ 18 h 33"/>
                <a:gd name="T18" fmla="*/ 25 w 25"/>
                <a:gd name="T19" fmla="*/ 24 h 33"/>
                <a:gd name="T20" fmla="*/ 22 w 25"/>
                <a:gd name="T21" fmla="*/ 31 h 33"/>
                <a:gd name="T22" fmla="*/ 13 w 25"/>
                <a:gd name="T23" fmla="*/ 33 h 33"/>
                <a:gd name="T24" fmla="*/ 3 w 25"/>
                <a:gd name="T25" fmla="*/ 30 h 33"/>
                <a:gd name="T26" fmla="*/ 0 w 25"/>
                <a:gd name="T27" fmla="*/ 23 h 33"/>
                <a:gd name="T28" fmla="*/ 0 w 25"/>
                <a:gd name="T29" fmla="*/ 22 h 33"/>
                <a:gd name="T30" fmla="*/ 4 w 25"/>
                <a:gd name="T31" fmla="*/ 22 h 33"/>
                <a:gd name="T32" fmla="*/ 6 w 25"/>
                <a:gd name="T33" fmla="*/ 28 h 33"/>
                <a:gd name="T34" fmla="*/ 13 w 25"/>
                <a:gd name="T35" fmla="*/ 30 h 33"/>
                <a:gd name="T36" fmla="*/ 19 w 25"/>
                <a:gd name="T37" fmla="*/ 28 h 33"/>
                <a:gd name="T38" fmla="*/ 21 w 25"/>
                <a:gd name="T39" fmla="*/ 24 h 33"/>
                <a:gd name="T40" fmla="*/ 20 w 25"/>
                <a:gd name="T41" fmla="*/ 21 h 33"/>
                <a:gd name="T42" fmla="*/ 14 w 25"/>
                <a:gd name="T43" fmla="*/ 19 h 33"/>
                <a:gd name="T44" fmla="*/ 9 w 25"/>
                <a:gd name="T45" fmla="*/ 17 h 33"/>
                <a:gd name="T46" fmla="*/ 3 w 25"/>
                <a:gd name="T47" fmla="*/ 15 h 33"/>
                <a:gd name="T48" fmla="*/ 1 w 25"/>
                <a:gd name="T49" fmla="*/ 10 h 33"/>
                <a:gd name="T50" fmla="*/ 4 w 25"/>
                <a:gd name="T51" fmla="*/ 3 h 33"/>
                <a:gd name="T52" fmla="*/ 12 w 25"/>
                <a:gd name="T53" fmla="*/ 0 h 33"/>
                <a:gd name="T54" fmla="*/ 21 w 25"/>
                <a:gd name="T55" fmla="*/ 3 h 33"/>
                <a:gd name="T56" fmla="*/ 24 w 25"/>
                <a:gd name="T57" fmla="*/ 10 h 33"/>
                <a:gd name="T58" fmla="*/ 20 w 25"/>
                <a:gd name="T59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" h="33">
                  <a:moveTo>
                    <a:pt x="20" y="10"/>
                  </a:moveTo>
                  <a:cubicBezTo>
                    <a:pt x="20" y="8"/>
                    <a:pt x="19" y="6"/>
                    <a:pt x="18" y="5"/>
                  </a:cubicBezTo>
                  <a:cubicBezTo>
                    <a:pt x="17" y="4"/>
                    <a:pt x="15" y="4"/>
                    <a:pt x="12" y="4"/>
                  </a:cubicBezTo>
                  <a:cubicBezTo>
                    <a:pt x="10" y="4"/>
                    <a:pt x="8" y="4"/>
                    <a:pt x="7" y="5"/>
                  </a:cubicBezTo>
                  <a:cubicBezTo>
                    <a:pt x="6" y="6"/>
                    <a:pt x="5" y="7"/>
                    <a:pt x="5" y="9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7" y="13"/>
                    <a:pt x="9" y="13"/>
                    <a:pt x="11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20" y="16"/>
                    <a:pt x="22" y="17"/>
                    <a:pt x="23" y="18"/>
                  </a:cubicBezTo>
                  <a:cubicBezTo>
                    <a:pt x="24" y="20"/>
                    <a:pt x="25" y="22"/>
                    <a:pt x="25" y="24"/>
                  </a:cubicBezTo>
                  <a:cubicBezTo>
                    <a:pt x="25" y="27"/>
                    <a:pt x="24" y="29"/>
                    <a:pt x="22" y="31"/>
                  </a:cubicBezTo>
                  <a:cubicBezTo>
                    <a:pt x="20" y="33"/>
                    <a:pt x="17" y="33"/>
                    <a:pt x="13" y="33"/>
                  </a:cubicBezTo>
                  <a:cubicBezTo>
                    <a:pt x="9" y="33"/>
                    <a:pt x="5" y="32"/>
                    <a:pt x="3" y="30"/>
                  </a:cubicBezTo>
                  <a:cubicBezTo>
                    <a:pt x="1" y="29"/>
                    <a:pt x="0" y="26"/>
                    <a:pt x="0" y="2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5"/>
                    <a:pt x="5" y="26"/>
                    <a:pt x="6" y="28"/>
                  </a:cubicBezTo>
                  <a:cubicBezTo>
                    <a:pt x="8" y="29"/>
                    <a:pt x="10" y="30"/>
                    <a:pt x="13" y="30"/>
                  </a:cubicBezTo>
                  <a:cubicBezTo>
                    <a:pt x="15" y="30"/>
                    <a:pt x="17" y="29"/>
                    <a:pt x="19" y="28"/>
                  </a:cubicBezTo>
                  <a:cubicBezTo>
                    <a:pt x="20" y="27"/>
                    <a:pt x="21" y="26"/>
                    <a:pt x="21" y="24"/>
                  </a:cubicBezTo>
                  <a:cubicBezTo>
                    <a:pt x="21" y="23"/>
                    <a:pt x="20" y="22"/>
                    <a:pt x="20" y="21"/>
                  </a:cubicBezTo>
                  <a:cubicBezTo>
                    <a:pt x="19" y="20"/>
                    <a:pt x="17" y="19"/>
                    <a:pt x="14" y="19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6" y="17"/>
                    <a:pt x="4" y="16"/>
                    <a:pt x="3" y="15"/>
                  </a:cubicBezTo>
                  <a:cubicBezTo>
                    <a:pt x="1" y="14"/>
                    <a:pt x="1" y="12"/>
                    <a:pt x="1" y="10"/>
                  </a:cubicBezTo>
                  <a:cubicBezTo>
                    <a:pt x="1" y="7"/>
                    <a:pt x="2" y="4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3" y="4"/>
                    <a:pt x="24" y="7"/>
                    <a:pt x="24" y="1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02">
              <a:extLst>
                <a:ext uri="{FF2B5EF4-FFF2-40B4-BE49-F238E27FC236}">
                  <a16:creationId xmlns:a16="http://schemas.microsoft.com/office/drawing/2014/main" id="{6DFD1F26-0E64-467E-B7A0-2E0DD8AF1F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4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03">
              <a:extLst>
                <a:ext uri="{FF2B5EF4-FFF2-40B4-BE49-F238E27FC236}">
                  <a16:creationId xmlns:a16="http://schemas.microsoft.com/office/drawing/2014/main" id="{CB69985C-8749-486B-BA69-C1B323CC7C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0" y="933"/>
              <a:ext cx="32" cy="40"/>
            </a:xfrm>
            <a:custGeom>
              <a:avLst/>
              <a:gdLst>
                <a:gd name="T0" fmla="*/ 13 w 32"/>
                <a:gd name="T1" fmla="*/ 5 h 40"/>
                <a:gd name="T2" fmla="*/ 0 w 32"/>
                <a:gd name="T3" fmla="*/ 5 h 40"/>
                <a:gd name="T4" fmla="*/ 0 w 32"/>
                <a:gd name="T5" fmla="*/ 3 h 40"/>
                <a:gd name="T6" fmla="*/ 0 w 32"/>
                <a:gd name="T7" fmla="*/ 0 h 40"/>
                <a:gd name="T8" fmla="*/ 32 w 32"/>
                <a:gd name="T9" fmla="*/ 0 h 40"/>
                <a:gd name="T10" fmla="*/ 32 w 32"/>
                <a:gd name="T11" fmla="*/ 3 h 40"/>
                <a:gd name="T12" fmla="*/ 32 w 32"/>
                <a:gd name="T13" fmla="*/ 5 h 40"/>
                <a:gd name="T14" fmla="*/ 18 w 32"/>
                <a:gd name="T15" fmla="*/ 5 h 40"/>
                <a:gd name="T16" fmla="*/ 18 w 32"/>
                <a:gd name="T17" fmla="*/ 40 h 40"/>
                <a:gd name="T18" fmla="*/ 16 w 32"/>
                <a:gd name="T19" fmla="*/ 40 h 40"/>
                <a:gd name="T20" fmla="*/ 13 w 32"/>
                <a:gd name="T21" fmla="*/ 40 h 40"/>
                <a:gd name="T22" fmla="*/ 13 w 32"/>
                <a:gd name="T2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40">
                  <a:moveTo>
                    <a:pt x="13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3"/>
                  </a:lnTo>
                  <a:lnTo>
                    <a:pt x="32" y="5"/>
                  </a:lnTo>
                  <a:lnTo>
                    <a:pt x="18" y="5"/>
                  </a:lnTo>
                  <a:lnTo>
                    <a:pt x="18" y="40"/>
                  </a:lnTo>
                  <a:lnTo>
                    <a:pt x="16" y="40"/>
                  </a:lnTo>
                  <a:lnTo>
                    <a:pt x="13" y="40"/>
                  </a:lnTo>
                  <a:lnTo>
                    <a:pt x="13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04">
              <a:extLst>
                <a:ext uri="{FF2B5EF4-FFF2-40B4-BE49-F238E27FC236}">
                  <a16:creationId xmlns:a16="http://schemas.microsoft.com/office/drawing/2014/main" id="{B4FAFDA2-878B-478D-B018-8443A85995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1" y="933"/>
              <a:ext cx="34" cy="40"/>
            </a:xfrm>
            <a:custGeom>
              <a:avLst/>
              <a:gdLst>
                <a:gd name="T0" fmla="*/ 15 w 34"/>
                <a:gd name="T1" fmla="*/ 24 h 40"/>
                <a:gd name="T2" fmla="*/ 0 w 34"/>
                <a:gd name="T3" fmla="*/ 0 h 40"/>
                <a:gd name="T4" fmla="*/ 3 w 34"/>
                <a:gd name="T5" fmla="*/ 0 h 40"/>
                <a:gd name="T6" fmla="*/ 6 w 34"/>
                <a:gd name="T7" fmla="*/ 0 h 40"/>
                <a:gd name="T8" fmla="*/ 17 w 34"/>
                <a:gd name="T9" fmla="*/ 19 h 40"/>
                <a:gd name="T10" fmla="*/ 17 w 34"/>
                <a:gd name="T11" fmla="*/ 19 h 40"/>
                <a:gd name="T12" fmla="*/ 28 w 34"/>
                <a:gd name="T13" fmla="*/ 0 h 40"/>
                <a:gd name="T14" fmla="*/ 32 w 34"/>
                <a:gd name="T15" fmla="*/ 0 h 40"/>
                <a:gd name="T16" fmla="*/ 34 w 34"/>
                <a:gd name="T17" fmla="*/ 0 h 40"/>
                <a:gd name="T18" fmla="*/ 20 w 34"/>
                <a:gd name="T19" fmla="*/ 24 h 40"/>
                <a:gd name="T20" fmla="*/ 20 w 34"/>
                <a:gd name="T21" fmla="*/ 40 h 40"/>
                <a:gd name="T22" fmla="*/ 17 w 34"/>
                <a:gd name="T23" fmla="*/ 40 h 40"/>
                <a:gd name="T24" fmla="*/ 15 w 34"/>
                <a:gd name="T25" fmla="*/ 40 h 40"/>
                <a:gd name="T26" fmla="*/ 15 w 34"/>
                <a:gd name="T27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0">
                  <a:moveTo>
                    <a:pt x="15" y="24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6" y="0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0" y="24"/>
                  </a:lnTo>
                  <a:lnTo>
                    <a:pt x="20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15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05">
              <a:extLst>
                <a:ext uri="{FF2B5EF4-FFF2-40B4-BE49-F238E27FC236}">
                  <a16:creationId xmlns:a16="http://schemas.microsoft.com/office/drawing/2014/main" id="{8C03FEAA-E8D9-45C7-841A-B6D77E59E9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4" y="660"/>
              <a:ext cx="350" cy="353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06">
              <a:extLst>
                <a:ext uri="{FF2B5EF4-FFF2-40B4-BE49-F238E27FC236}">
                  <a16:creationId xmlns:a16="http://schemas.microsoft.com/office/drawing/2014/main" id="{4756EED7-A0C3-4467-8E64-77AF44F1C7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3" y="739"/>
              <a:ext cx="193" cy="17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07">
              <a:extLst>
                <a:ext uri="{FF2B5EF4-FFF2-40B4-BE49-F238E27FC236}">
                  <a16:creationId xmlns:a16="http://schemas.microsoft.com/office/drawing/2014/main" id="{3351674E-BC72-4C8A-9324-6DEE510AF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" y="867"/>
              <a:ext cx="40" cy="29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08">
              <a:extLst>
                <a:ext uri="{FF2B5EF4-FFF2-40B4-BE49-F238E27FC236}">
                  <a16:creationId xmlns:a16="http://schemas.microsoft.com/office/drawing/2014/main" id="{8ED39B43-9483-4B60-B8CD-63A971165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4" y="888"/>
              <a:ext cx="38" cy="31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09">
              <a:extLst>
                <a:ext uri="{FF2B5EF4-FFF2-40B4-BE49-F238E27FC236}">
                  <a16:creationId xmlns:a16="http://schemas.microsoft.com/office/drawing/2014/main" id="{EE7A62D1-F229-4629-BBB9-28A240894C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5" y="906"/>
              <a:ext cx="38" cy="33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10">
              <a:extLst>
                <a:ext uri="{FF2B5EF4-FFF2-40B4-BE49-F238E27FC236}">
                  <a16:creationId xmlns:a16="http://schemas.microsoft.com/office/drawing/2014/main" id="{0C489A07-57DA-4835-B69A-448582CA09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6" y="934"/>
              <a:ext cx="24" cy="29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3" name="Freeform 111">
              <a:extLst>
                <a:ext uri="{FF2B5EF4-FFF2-40B4-BE49-F238E27FC236}">
                  <a16:creationId xmlns:a16="http://schemas.microsoft.com/office/drawing/2014/main" id="{CAAB9874-8283-4943-B8EC-C02B33217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4" y="942"/>
              <a:ext cx="29" cy="35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4" name="Freeform 112">
              <a:extLst>
                <a:ext uri="{FF2B5EF4-FFF2-40B4-BE49-F238E27FC236}">
                  <a16:creationId xmlns:a16="http://schemas.microsoft.com/office/drawing/2014/main" id="{612A2C82-5631-4C77-9465-225608160F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4" y="948"/>
              <a:ext cx="32" cy="39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D1F2B588-ACBA-4FFF-8F3F-102C32B6F8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9" y="957"/>
              <a:ext cx="23" cy="36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6" name="Freeform 114">
              <a:extLst>
                <a:ext uri="{FF2B5EF4-FFF2-40B4-BE49-F238E27FC236}">
                  <a16:creationId xmlns:a16="http://schemas.microsoft.com/office/drawing/2014/main" id="{F831A376-76FA-47CC-A995-7D0C78D54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1" y="962"/>
              <a:ext cx="19" cy="33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" name="Freeform 115">
              <a:extLst>
                <a:ext uri="{FF2B5EF4-FFF2-40B4-BE49-F238E27FC236}">
                  <a16:creationId xmlns:a16="http://schemas.microsoft.com/office/drawing/2014/main" id="{26BA13D0-0BE5-43C0-A332-004FD8A24B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2" y="959"/>
              <a:ext cx="21" cy="36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" name="Freeform 116">
              <a:extLst>
                <a:ext uri="{FF2B5EF4-FFF2-40B4-BE49-F238E27FC236}">
                  <a16:creationId xmlns:a16="http://schemas.microsoft.com/office/drawing/2014/main" id="{E9FC8347-4607-44F0-978C-3381D2DECB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" y="957"/>
              <a:ext cx="14" cy="33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9" name="Freeform 117">
              <a:extLst>
                <a:ext uri="{FF2B5EF4-FFF2-40B4-BE49-F238E27FC236}">
                  <a16:creationId xmlns:a16="http://schemas.microsoft.com/office/drawing/2014/main" id="{C3291A06-9F04-40B5-B9C2-1F56ECFBDC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9" y="948"/>
              <a:ext cx="23" cy="37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0" name="Freeform 118">
              <a:extLst>
                <a:ext uri="{FF2B5EF4-FFF2-40B4-BE49-F238E27FC236}">
                  <a16:creationId xmlns:a16="http://schemas.microsoft.com/office/drawing/2014/main" id="{EFDFDABC-FD93-4397-A5C0-60ED42977A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8" y="939"/>
              <a:ext cx="33" cy="38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1" name="Freeform 119">
              <a:extLst>
                <a:ext uri="{FF2B5EF4-FFF2-40B4-BE49-F238E27FC236}">
                  <a16:creationId xmlns:a16="http://schemas.microsoft.com/office/drawing/2014/main" id="{9939144F-FB4F-4535-B3CB-6721A26985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5" y="931"/>
              <a:ext cx="34" cy="34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2" name="Freeform 120">
              <a:extLst>
                <a:ext uri="{FF2B5EF4-FFF2-40B4-BE49-F238E27FC236}">
                  <a16:creationId xmlns:a16="http://schemas.microsoft.com/office/drawing/2014/main" id="{6F637A19-DC14-4D6C-A781-764E544A72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3" y="916"/>
              <a:ext cx="34" cy="29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3" name="Freeform 121">
              <a:extLst>
                <a:ext uri="{FF2B5EF4-FFF2-40B4-BE49-F238E27FC236}">
                  <a16:creationId xmlns:a16="http://schemas.microsoft.com/office/drawing/2014/main" id="{2C22FF7C-D429-4955-9B3E-36A19FB3D8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906"/>
              <a:ext cx="31" cy="21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4" name="Freeform 122">
              <a:extLst>
                <a:ext uri="{FF2B5EF4-FFF2-40B4-BE49-F238E27FC236}">
                  <a16:creationId xmlns:a16="http://schemas.microsoft.com/office/drawing/2014/main" id="{0187AF15-380B-4B65-9811-ED80FB2236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884"/>
              <a:ext cx="36" cy="28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5" name="Freeform 123">
              <a:extLst>
                <a:ext uri="{FF2B5EF4-FFF2-40B4-BE49-F238E27FC236}">
                  <a16:creationId xmlns:a16="http://schemas.microsoft.com/office/drawing/2014/main" id="{BCD444D7-2E63-4A20-8090-BB9337099D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" y="865"/>
              <a:ext cx="36" cy="23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6" name="Freeform 124">
              <a:extLst>
                <a:ext uri="{FF2B5EF4-FFF2-40B4-BE49-F238E27FC236}">
                  <a16:creationId xmlns:a16="http://schemas.microsoft.com/office/drawing/2014/main" id="{DA05E31A-4BF5-419F-B34C-7B9EDAAD3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0" y="928"/>
              <a:ext cx="34" cy="25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7" name="Freeform 125">
              <a:extLst>
                <a:ext uri="{FF2B5EF4-FFF2-40B4-BE49-F238E27FC236}">
                  <a16:creationId xmlns:a16="http://schemas.microsoft.com/office/drawing/2014/main" id="{E623FA8E-4F71-48BC-BEF3-A1C5BE384E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3" y="917"/>
              <a:ext cx="106" cy="33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8" name="Freeform 126">
              <a:extLst>
                <a:ext uri="{FF2B5EF4-FFF2-40B4-BE49-F238E27FC236}">
                  <a16:creationId xmlns:a16="http://schemas.microsoft.com/office/drawing/2014/main" id="{6BBFB53B-2BD7-42B6-8B47-E7D926AA2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4" y="728"/>
              <a:ext cx="14" cy="14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59" name="Freeform 127">
              <a:extLst>
                <a:ext uri="{FF2B5EF4-FFF2-40B4-BE49-F238E27FC236}">
                  <a16:creationId xmlns:a16="http://schemas.microsoft.com/office/drawing/2014/main" id="{384E844A-A1E2-4851-806A-027AA1D8BC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8" y="686"/>
              <a:ext cx="51" cy="45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0" name="Freeform 128">
              <a:extLst>
                <a:ext uri="{FF2B5EF4-FFF2-40B4-BE49-F238E27FC236}">
                  <a16:creationId xmlns:a16="http://schemas.microsoft.com/office/drawing/2014/main" id="{5E3020EA-F5EF-495C-88F8-050294509B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3" y="714"/>
              <a:ext cx="20" cy="41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1" name="Freeform 129">
              <a:extLst>
                <a:ext uri="{FF2B5EF4-FFF2-40B4-BE49-F238E27FC236}">
                  <a16:creationId xmlns:a16="http://schemas.microsoft.com/office/drawing/2014/main" id="{AE9E8903-B742-490D-9FF4-4B07AA0176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0" y="704"/>
              <a:ext cx="16" cy="16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2" name="Freeform 130">
              <a:extLst>
                <a:ext uri="{FF2B5EF4-FFF2-40B4-BE49-F238E27FC236}">
                  <a16:creationId xmlns:a16="http://schemas.microsoft.com/office/drawing/2014/main" id="{C77F30DA-F83D-4E3C-B912-693F8F9862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710"/>
              <a:ext cx="12" cy="14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3" name="Freeform 131">
              <a:extLst>
                <a:ext uri="{FF2B5EF4-FFF2-40B4-BE49-F238E27FC236}">
                  <a16:creationId xmlns:a16="http://schemas.microsoft.com/office/drawing/2014/main" id="{A7ED792D-5045-4DC1-AF5E-650E4C8822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" y="688"/>
              <a:ext cx="19" cy="21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4" name="Freeform 132">
              <a:extLst>
                <a:ext uri="{FF2B5EF4-FFF2-40B4-BE49-F238E27FC236}">
                  <a16:creationId xmlns:a16="http://schemas.microsoft.com/office/drawing/2014/main" id="{C0E99C21-BB67-44C4-A553-CEB1494EA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693"/>
              <a:ext cx="12" cy="13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5" name="Freeform 133">
              <a:extLst>
                <a:ext uri="{FF2B5EF4-FFF2-40B4-BE49-F238E27FC236}">
                  <a16:creationId xmlns:a16="http://schemas.microsoft.com/office/drawing/2014/main" id="{E43CE55C-6BA8-4950-B9A9-46DAFA52C6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742"/>
              <a:ext cx="47" cy="83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6" name="Freeform 134">
              <a:extLst>
                <a:ext uri="{FF2B5EF4-FFF2-40B4-BE49-F238E27FC236}">
                  <a16:creationId xmlns:a16="http://schemas.microsoft.com/office/drawing/2014/main" id="{F71654C2-6D26-4165-BFE8-93F2A2C2F9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9" y="789"/>
              <a:ext cx="13" cy="11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7" name="Freeform 135">
              <a:extLst>
                <a:ext uri="{FF2B5EF4-FFF2-40B4-BE49-F238E27FC236}">
                  <a16:creationId xmlns:a16="http://schemas.microsoft.com/office/drawing/2014/main" id="{22628A20-EEFB-421A-84DB-185E72F58B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7" y="776"/>
              <a:ext cx="14" cy="13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8" name="Freeform 136">
              <a:extLst>
                <a:ext uri="{FF2B5EF4-FFF2-40B4-BE49-F238E27FC236}">
                  <a16:creationId xmlns:a16="http://schemas.microsoft.com/office/drawing/2014/main" id="{3D3B5925-504A-4F95-B45F-128035F2D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8" y="786"/>
              <a:ext cx="163" cy="141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69" name="Freeform 137">
              <a:extLst>
                <a:ext uri="{FF2B5EF4-FFF2-40B4-BE49-F238E27FC236}">
                  <a16:creationId xmlns:a16="http://schemas.microsoft.com/office/drawing/2014/main" id="{A18FD01E-1F35-491F-8A79-34B8A5640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4" y="757"/>
              <a:ext cx="64" cy="43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0" name="Freeform 138">
              <a:extLst>
                <a:ext uri="{FF2B5EF4-FFF2-40B4-BE49-F238E27FC236}">
                  <a16:creationId xmlns:a16="http://schemas.microsoft.com/office/drawing/2014/main" id="{F67E7763-E601-46AF-83D9-7747DCCB5C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1" name="Freeform 139">
              <a:extLst>
                <a:ext uri="{FF2B5EF4-FFF2-40B4-BE49-F238E27FC236}">
                  <a16:creationId xmlns:a16="http://schemas.microsoft.com/office/drawing/2014/main" id="{B80B71A8-2008-4426-8928-A6D8BCAB22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2" name="Freeform 140">
              <a:extLst>
                <a:ext uri="{FF2B5EF4-FFF2-40B4-BE49-F238E27FC236}">
                  <a16:creationId xmlns:a16="http://schemas.microsoft.com/office/drawing/2014/main" id="{011D6466-B0BD-4AEF-90CC-FE57433724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3" name="Freeform 141">
              <a:extLst>
                <a:ext uri="{FF2B5EF4-FFF2-40B4-BE49-F238E27FC236}">
                  <a16:creationId xmlns:a16="http://schemas.microsoft.com/office/drawing/2014/main" id="{6C1D6A72-CCAD-4FC3-A9D4-5140DD6F0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DE033956-5A78-45D4-8962-F74C5D487753}"/>
              </a:ext>
            </a:extLst>
          </p:cNvPr>
          <p:cNvSpPr/>
          <p:nvPr userDrawn="1"/>
        </p:nvSpPr>
        <p:spPr>
          <a:xfrm>
            <a:off x="2472519" y="5599273"/>
            <a:ext cx="7246963" cy="26000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00" b="1" kern="1200" dirty="0">
                <a:solidFill>
                  <a:schemeClr val="bg1">
                    <a:lumMod val="95000"/>
                  </a:schemeClr>
                </a:solidFill>
                <a:effectLst/>
                <a:latin typeface="+mn-lt"/>
                <a:ea typeface="+mn-ea"/>
                <a:cs typeface="+mn-cs"/>
              </a:rPr>
              <a:t>GRADUATION REPORT TEMPLE FOR ZHEJIANG UNIVERSITY</a:t>
            </a:r>
          </a:p>
        </p:txBody>
      </p:sp>
      <p:sp>
        <p:nvSpPr>
          <p:cNvPr id="78" name="文本占位符 77">
            <a:extLst>
              <a:ext uri="{FF2B5EF4-FFF2-40B4-BE49-F238E27FC236}">
                <a16:creationId xmlns:a16="http://schemas.microsoft.com/office/drawing/2014/main" id="{25C13CFF-DA7C-4606-A192-F0108C650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18800" y="4785148"/>
            <a:ext cx="7754400" cy="721821"/>
          </a:xfrm>
          <a:prstGeom prst="rect">
            <a:avLst/>
          </a:prstGeom>
        </p:spPr>
        <p:txBody>
          <a:bodyPr anchor="ctr"/>
          <a:lstStyle>
            <a:lvl1pPr marL="0" indent="0" algn="dist">
              <a:lnSpc>
                <a:spcPct val="100000"/>
              </a:lnSpc>
              <a:buNone/>
              <a:defRPr sz="4800" b="1">
                <a:solidFill>
                  <a:schemeClr val="bg1"/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单击此处编辑答辩报告题目</a:t>
            </a:r>
          </a:p>
        </p:txBody>
      </p:sp>
      <p:sp>
        <p:nvSpPr>
          <p:cNvPr id="75" name="文本占位符 63">
            <a:extLst>
              <a:ext uri="{FF2B5EF4-FFF2-40B4-BE49-F238E27FC236}">
                <a16:creationId xmlns:a16="http://schemas.microsoft.com/office/drawing/2014/main" id="{A36E9CAC-0242-4897-AFF5-CD5C9C05BD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70522" y="5968126"/>
            <a:ext cx="2050956" cy="3863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答辩人信息</a:t>
            </a:r>
          </a:p>
        </p:txBody>
      </p:sp>
    </p:spTree>
    <p:extLst>
      <p:ext uri="{BB962C8B-B14F-4D97-AF65-F5344CB8AC3E}">
        <p14:creationId xmlns:p14="http://schemas.microsoft.com/office/powerpoint/2010/main" val="3144784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0E6DF442-2C6B-45AF-8A5E-3C22004E6FDD}"/>
              </a:ext>
            </a:extLst>
          </p:cNvPr>
          <p:cNvSpPr txBox="1">
            <a:spLocks/>
          </p:cNvSpPr>
          <p:nvPr userDrawn="1"/>
        </p:nvSpPr>
        <p:spPr>
          <a:xfrm>
            <a:off x="960840" y="4702089"/>
            <a:ext cx="2812728" cy="617036"/>
          </a:xfrm>
          <a:prstGeom prst="rect">
            <a:avLst/>
          </a:prstGeom>
          <a:solidFill>
            <a:srgbClr val="04428A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文本占位符 84">
            <a:extLst>
              <a:ext uri="{FF2B5EF4-FFF2-40B4-BE49-F238E27FC236}">
                <a16:creationId xmlns:a16="http://schemas.microsoft.com/office/drawing/2014/main" id="{AD5FD2FE-98E0-4AC5-872C-3B2306350224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60840" y="4702089"/>
            <a:ext cx="2743200" cy="6175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答辩人信息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746AE2F3-10E1-4170-A2EB-CC91D8D36E6C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60840" y="1432866"/>
            <a:ext cx="1487488" cy="1595437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buNone/>
              <a:defRPr sz="7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NO</a:t>
            </a:r>
            <a:endParaRPr lang="zh-CN" altLang="en-US" dirty="0"/>
          </a:p>
        </p:txBody>
      </p:sp>
      <p:sp>
        <p:nvSpPr>
          <p:cNvPr id="11" name="文本占位符 77">
            <a:extLst>
              <a:ext uri="{FF2B5EF4-FFF2-40B4-BE49-F238E27FC236}">
                <a16:creationId xmlns:a16="http://schemas.microsoft.com/office/drawing/2014/main" id="{BF4F82D5-C68E-491F-9293-778C1F8DE08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60840" y="2785075"/>
            <a:ext cx="5330316" cy="72182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单击此处编辑小节标题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D948172E-72B2-4D2B-B092-573CF97EE0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0840" y="3429000"/>
            <a:ext cx="5210175" cy="122259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FontTx/>
              <a:buNone/>
              <a:defRPr sz="1600" b="1">
                <a:solidFill>
                  <a:schemeClr val="accent4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单击此处输入小节标题的说明</a:t>
            </a:r>
            <a:endParaRPr lang="en-US" altLang="zh-CN" dirty="0"/>
          </a:p>
          <a:p>
            <a:pPr lvl="0"/>
            <a:r>
              <a:rPr lang="zh-CN" altLang="en-US" dirty="0"/>
              <a:t>比如背景、意义等</a:t>
            </a:r>
          </a:p>
        </p:txBody>
      </p:sp>
    </p:spTree>
    <p:extLst>
      <p:ext uri="{BB962C8B-B14F-4D97-AF65-F5344CB8AC3E}">
        <p14:creationId xmlns:p14="http://schemas.microsoft.com/office/powerpoint/2010/main" val="101810905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占位符 77">
            <a:extLst>
              <a:ext uri="{FF2B5EF4-FFF2-40B4-BE49-F238E27FC236}">
                <a16:creationId xmlns:a16="http://schemas.microsoft.com/office/drawing/2014/main" id="{B5D5F683-7E00-47B3-9467-9185D996D5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18800" y="3076522"/>
            <a:ext cx="7754400" cy="721821"/>
          </a:xfrm>
          <a:prstGeom prst="rect">
            <a:avLst/>
          </a:prstGeom>
        </p:spPr>
        <p:txBody>
          <a:bodyPr anchor="ctr"/>
          <a:lstStyle>
            <a:lvl1pPr marL="0" indent="0" algn="dist">
              <a:lnSpc>
                <a:spcPct val="100000"/>
              </a:lnSpc>
              <a:buNone/>
              <a:defRPr sz="4800" b="1">
                <a:solidFill>
                  <a:schemeClr val="bg1"/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单击此处编辑答辩报告题目</a:t>
            </a:r>
          </a:p>
        </p:txBody>
      </p:sp>
      <p:sp>
        <p:nvSpPr>
          <p:cNvPr id="64" name="文本占位符 63">
            <a:extLst>
              <a:ext uri="{FF2B5EF4-FFF2-40B4-BE49-F238E27FC236}">
                <a16:creationId xmlns:a16="http://schemas.microsoft.com/office/drawing/2014/main" id="{2FAA6F8A-D8B4-4363-B8F1-AF1C5C4CC6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70522" y="5207653"/>
            <a:ext cx="2050956" cy="3863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答辩人信息</a:t>
            </a:r>
          </a:p>
        </p:txBody>
      </p:sp>
    </p:spTree>
    <p:extLst>
      <p:ext uri="{BB962C8B-B14F-4D97-AF65-F5344CB8AC3E}">
        <p14:creationId xmlns:p14="http://schemas.microsoft.com/office/powerpoint/2010/main" val="880748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副标题 2">
            <a:extLst>
              <a:ext uri="{FF2B5EF4-FFF2-40B4-BE49-F238E27FC236}">
                <a16:creationId xmlns:a16="http://schemas.microsoft.com/office/drawing/2014/main" id="{4D928ABA-C44F-43AE-8DB2-0946332E26B7}"/>
              </a:ext>
            </a:extLst>
          </p:cNvPr>
          <p:cNvSpPr txBox="1">
            <a:spLocks/>
          </p:cNvSpPr>
          <p:nvPr userDrawn="1"/>
        </p:nvSpPr>
        <p:spPr>
          <a:xfrm>
            <a:off x="1515340" y="4747371"/>
            <a:ext cx="2812728" cy="617036"/>
          </a:xfrm>
          <a:prstGeom prst="rect">
            <a:avLst/>
          </a:prstGeom>
          <a:solidFill>
            <a:srgbClr val="04428A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1" name="副标题 2">
            <a:extLst>
              <a:ext uri="{FF2B5EF4-FFF2-40B4-BE49-F238E27FC236}">
                <a16:creationId xmlns:a16="http://schemas.microsoft.com/office/drawing/2014/main" id="{55E12536-F5E6-4615-BCA3-FD43010BD3F0}"/>
              </a:ext>
            </a:extLst>
          </p:cNvPr>
          <p:cNvSpPr txBox="1">
            <a:spLocks/>
          </p:cNvSpPr>
          <p:nvPr userDrawn="1"/>
        </p:nvSpPr>
        <p:spPr>
          <a:xfrm>
            <a:off x="1515340" y="3841753"/>
            <a:ext cx="3231227" cy="61703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4428A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200" b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Graduation Thesis Defense PPT Temple</a:t>
            </a:r>
            <a:endParaRPr lang="zh-CN" altLang="zh-CN" sz="1200" b="1" kern="1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85" name="文本占位符 84">
            <a:extLst>
              <a:ext uri="{FF2B5EF4-FFF2-40B4-BE49-F238E27FC236}">
                <a16:creationId xmlns:a16="http://schemas.microsoft.com/office/drawing/2014/main" id="{9C066E07-1FB2-4E4E-885A-DB0487713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15340" y="4747371"/>
            <a:ext cx="2743200" cy="6175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答辩人信息</a:t>
            </a:r>
          </a:p>
        </p:txBody>
      </p:sp>
      <p:grpSp>
        <p:nvGrpSpPr>
          <p:cNvPr id="87" name="Group 74">
            <a:extLst>
              <a:ext uri="{FF2B5EF4-FFF2-40B4-BE49-F238E27FC236}">
                <a16:creationId xmlns:a16="http://schemas.microsoft.com/office/drawing/2014/main" id="{DE5F34AA-DE60-49EE-982E-B1E176FEED9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514476" y="1047750"/>
            <a:ext cx="2014537" cy="560387"/>
            <a:chOff x="954" y="660"/>
            <a:chExt cx="1269" cy="353"/>
          </a:xfrm>
        </p:grpSpPr>
        <p:sp>
          <p:nvSpPr>
            <p:cNvPr id="89" name="Freeform 75">
              <a:extLst>
                <a:ext uri="{FF2B5EF4-FFF2-40B4-BE49-F238E27FC236}">
                  <a16:creationId xmlns:a16="http://schemas.microsoft.com/office/drawing/2014/main" id="{8B2498DD-9199-46A2-A18D-0705D6769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" y="833"/>
              <a:ext cx="45" cy="46"/>
            </a:xfrm>
            <a:custGeom>
              <a:avLst/>
              <a:gdLst>
                <a:gd name="T0" fmla="*/ 10 w 36"/>
                <a:gd name="T1" fmla="*/ 35 h 37"/>
                <a:gd name="T2" fmla="*/ 6 w 36"/>
                <a:gd name="T3" fmla="*/ 25 h 37"/>
                <a:gd name="T4" fmla="*/ 0 w 36"/>
                <a:gd name="T5" fmla="*/ 11 h 37"/>
                <a:gd name="T6" fmla="*/ 23 w 36"/>
                <a:gd name="T7" fmla="*/ 4 h 37"/>
                <a:gd name="T8" fmla="*/ 28 w 36"/>
                <a:gd name="T9" fmla="*/ 9 h 37"/>
                <a:gd name="T10" fmla="*/ 30 w 36"/>
                <a:gd name="T11" fmla="*/ 29 h 37"/>
                <a:gd name="T12" fmla="*/ 10 w 36"/>
                <a:gd name="T13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7">
                  <a:moveTo>
                    <a:pt x="10" y="35"/>
                  </a:moveTo>
                  <a:cubicBezTo>
                    <a:pt x="3" y="34"/>
                    <a:pt x="7" y="31"/>
                    <a:pt x="6" y="25"/>
                  </a:cubicBezTo>
                  <a:cubicBezTo>
                    <a:pt x="5" y="20"/>
                    <a:pt x="0" y="14"/>
                    <a:pt x="0" y="11"/>
                  </a:cubicBezTo>
                  <a:cubicBezTo>
                    <a:pt x="1" y="0"/>
                    <a:pt x="15" y="0"/>
                    <a:pt x="23" y="4"/>
                  </a:cubicBezTo>
                  <a:cubicBezTo>
                    <a:pt x="25" y="4"/>
                    <a:pt x="26" y="7"/>
                    <a:pt x="28" y="9"/>
                  </a:cubicBezTo>
                  <a:cubicBezTo>
                    <a:pt x="32" y="14"/>
                    <a:pt x="36" y="23"/>
                    <a:pt x="30" y="29"/>
                  </a:cubicBezTo>
                  <a:cubicBezTo>
                    <a:pt x="25" y="34"/>
                    <a:pt x="17" y="37"/>
                    <a:pt x="10" y="3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76">
              <a:extLst>
                <a:ext uri="{FF2B5EF4-FFF2-40B4-BE49-F238E27FC236}">
                  <a16:creationId xmlns:a16="http://schemas.microsoft.com/office/drawing/2014/main" id="{27F2E103-1219-4B08-AFAB-E952194DE8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7" y="698"/>
              <a:ext cx="160" cy="165"/>
            </a:xfrm>
            <a:custGeom>
              <a:avLst/>
              <a:gdLst>
                <a:gd name="T0" fmla="*/ 33 w 129"/>
                <a:gd name="T1" fmla="*/ 133 h 133"/>
                <a:gd name="T2" fmla="*/ 32 w 129"/>
                <a:gd name="T3" fmla="*/ 133 h 133"/>
                <a:gd name="T4" fmla="*/ 33 w 129"/>
                <a:gd name="T5" fmla="*/ 130 h 133"/>
                <a:gd name="T6" fmla="*/ 55 w 129"/>
                <a:gd name="T7" fmla="*/ 116 h 133"/>
                <a:gd name="T8" fmla="*/ 67 w 129"/>
                <a:gd name="T9" fmla="*/ 99 h 133"/>
                <a:gd name="T10" fmla="*/ 25 w 129"/>
                <a:gd name="T11" fmla="*/ 115 h 133"/>
                <a:gd name="T12" fmla="*/ 8 w 129"/>
                <a:gd name="T13" fmla="*/ 108 h 133"/>
                <a:gd name="T14" fmla="*/ 8 w 129"/>
                <a:gd name="T15" fmla="*/ 107 h 133"/>
                <a:gd name="T16" fmla="*/ 8 w 129"/>
                <a:gd name="T17" fmla="*/ 92 h 133"/>
                <a:gd name="T18" fmla="*/ 60 w 129"/>
                <a:gd name="T19" fmla="*/ 80 h 133"/>
                <a:gd name="T20" fmla="*/ 75 w 129"/>
                <a:gd name="T21" fmla="*/ 72 h 133"/>
                <a:gd name="T22" fmla="*/ 77 w 129"/>
                <a:gd name="T23" fmla="*/ 14 h 133"/>
                <a:gd name="T24" fmla="*/ 99 w 129"/>
                <a:gd name="T25" fmla="*/ 16 h 133"/>
                <a:gd name="T26" fmla="*/ 103 w 129"/>
                <a:gd name="T27" fmla="*/ 21 h 133"/>
                <a:gd name="T28" fmla="*/ 104 w 129"/>
                <a:gd name="T29" fmla="*/ 21 h 133"/>
                <a:gd name="T30" fmla="*/ 103 w 129"/>
                <a:gd name="T31" fmla="*/ 35 h 133"/>
                <a:gd name="T32" fmla="*/ 98 w 129"/>
                <a:gd name="T33" fmla="*/ 65 h 133"/>
                <a:gd name="T34" fmla="*/ 126 w 129"/>
                <a:gd name="T35" fmla="*/ 54 h 133"/>
                <a:gd name="T36" fmla="*/ 123 w 129"/>
                <a:gd name="T37" fmla="*/ 69 h 133"/>
                <a:gd name="T38" fmla="*/ 95 w 129"/>
                <a:gd name="T39" fmla="*/ 81 h 133"/>
                <a:gd name="T40" fmla="*/ 82 w 129"/>
                <a:gd name="T41" fmla="*/ 111 h 133"/>
                <a:gd name="T42" fmla="*/ 75 w 129"/>
                <a:gd name="T43" fmla="*/ 118 h 133"/>
                <a:gd name="T44" fmla="*/ 56 w 129"/>
                <a:gd name="T45" fmla="*/ 128 h 133"/>
                <a:gd name="T46" fmla="*/ 33 w 129"/>
                <a:gd name="T4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9" h="133">
                  <a:moveTo>
                    <a:pt x="33" y="133"/>
                  </a:moveTo>
                  <a:cubicBezTo>
                    <a:pt x="33" y="133"/>
                    <a:pt x="33" y="133"/>
                    <a:pt x="32" y="133"/>
                  </a:cubicBezTo>
                  <a:cubicBezTo>
                    <a:pt x="32" y="132"/>
                    <a:pt x="32" y="131"/>
                    <a:pt x="33" y="130"/>
                  </a:cubicBezTo>
                  <a:cubicBezTo>
                    <a:pt x="35" y="130"/>
                    <a:pt x="55" y="117"/>
                    <a:pt x="55" y="116"/>
                  </a:cubicBezTo>
                  <a:cubicBezTo>
                    <a:pt x="60" y="111"/>
                    <a:pt x="66" y="106"/>
                    <a:pt x="67" y="99"/>
                  </a:cubicBezTo>
                  <a:cubicBezTo>
                    <a:pt x="53" y="104"/>
                    <a:pt x="40" y="114"/>
                    <a:pt x="25" y="115"/>
                  </a:cubicBezTo>
                  <a:cubicBezTo>
                    <a:pt x="18" y="113"/>
                    <a:pt x="13" y="110"/>
                    <a:pt x="8" y="108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1" y="102"/>
                    <a:pt x="0" y="95"/>
                    <a:pt x="8" y="92"/>
                  </a:cubicBezTo>
                  <a:cubicBezTo>
                    <a:pt x="23" y="96"/>
                    <a:pt x="46" y="85"/>
                    <a:pt x="60" y="80"/>
                  </a:cubicBezTo>
                  <a:cubicBezTo>
                    <a:pt x="63" y="78"/>
                    <a:pt x="72" y="75"/>
                    <a:pt x="75" y="72"/>
                  </a:cubicBezTo>
                  <a:cubicBezTo>
                    <a:pt x="78" y="52"/>
                    <a:pt x="76" y="33"/>
                    <a:pt x="77" y="14"/>
                  </a:cubicBezTo>
                  <a:cubicBezTo>
                    <a:pt x="82" y="0"/>
                    <a:pt x="90" y="10"/>
                    <a:pt x="99" y="16"/>
                  </a:cubicBezTo>
                  <a:cubicBezTo>
                    <a:pt x="99" y="18"/>
                    <a:pt x="101" y="19"/>
                    <a:pt x="103" y="21"/>
                  </a:cubicBezTo>
                  <a:cubicBezTo>
                    <a:pt x="103" y="21"/>
                    <a:pt x="103" y="21"/>
                    <a:pt x="104" y="21"/>
                  </a:cubicBezTo>
                  <a:cubicBezTo>
                    <a:pt x="107" y="27"/>
                    <a:pt x="108" y="30"/>
                    <a:pt x="103" y="35"/>
                  </a:cubicBezTo>
                  <a:cubicBezTo>
                    <a:pt x="99" y="44"/>
                    <a:pt x="97" y="54"/>
                    <a:pt x="98" y="65"/>
                  </a:cubicBezTo>
                  <a:cubicBezTo>
                    <a:pt x="108" y="63"/>
                    <a:pt x="114" y="55"/>
                    <a:pt x="126" y="54"/>
                  </a:cubicBezTo>
                  <a:cubicBezTo>
                    <a:pt x="129" y="60"/>
                    <a:pt x="128" y="65"/>
                    <a:pt x="123" y="69"/>
                  </a:cubicBezTo>
                  <a:cubicBezTo>
                    <a:pt x="114" y="73"/>
                    <a:pt x="105" y="77"/>
                    <a:pt x="95" y="81"/>
                  </a:cubicBezTo>
                  <a:cubicBezTo>
                    <a:pt x="93" y="91"/>
                    <a:pt x="89" y="103"/>
                    <a:pt x="82" y="111"/>
                  </a:cubicBezTo>
                  <a:cubicBezTo>
                    <a:pt x="81" y="113"/>
                    <a:pt x="76" y="117"/>
                    <a:pt x="75" y="118"/>
                  </a:cubicBezTo>
                  <a:cubicBezTo>
                    <a:pt x="69" y="122"/>
                    <a:pt x="63" y="126"/>
                    <a:pt x="56" y="128"/>
                  </a:cubicBezTo>
                  <a:cubicBezTo>
                    <a:pt x="37" y="133"/>
                    <a:pt x="37" y="133"/>
                    <a:pt x="33" y="1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77">
              <a:extLst>
                <a:ext uri="{FF2B5EF4-FFF2-40B4-BE49-F238E27FC236}">
                  <a16:creationId xmlns:a16="http://schemas.microsoft.com/office/drawing/2014/main" id="{53C6CDB3-EB59-492C-951E-09DD700131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0" y="796"/>
              <a:ext cx="94" cy="110"/>
            </a:xfrm>
            <a:custGeom>
              <a:avLst/>
              <a:gdLst>
                <a:gd name="T0" fmla="*/ 17 w 76"/>
                <a:gd name="T1" fmla="*/ 88 h 88"/>
                <a:gd name="T2" fmla="*/ 0 w 76"/>
                <a:gd name="T3" fmla="*/ 70 h 88"/>
                <a:gd name="T4" fmla="*/ 2 w 76"/>
                <a:gd name="T5" fmla="*/ 65 h 88"/>
                <a:gd name="T6" fmla="*/ 50 w 76"/>
                <a:gd name="T7" fmla="*/ 26 h 88"/>
                <a:gd name="T8" fmla="*/ 65 w 76"/>
                <a:gd name="T9" fmla="*/ 5 h 88"/>
                <a:gd name="T10" fmla="*/ 66 w 76"/>
                <a:gd name="T11" fmla="*/ 4 h 88"/>
                <a:gd name="T12" fmla="*/ 66 w 76"/>
                <a:gd name="T13" fmla="*/ 4 h 88"/>
                <a:gd name="T14" fmla="*/ 76 w 76"/>
                <a:gd name="T15" fmla="*/ 5 h 88"/>
                <a:gd name="T16" fmla="*/ 65 w 76"/>
                <a:gd name="T17" fmla="*/ 19 h 88"/>
                <a:gd name="T18" fmla="*/ 54 w 76"/>
                <a:gd name="T19" fmla="*/ 43 h 88"/>
                <a:gd name="T20" fmla="*/ 48 w 76"/>
                <a:gd name="T21" fmla="*/ 54 h 88"/>
                <a:gd name="T22" fmla="*/ 35 w 76"/>
                <a:gd name="T23" fmla="*/ 72 h 88"/>
                <a:gd name="T24" fmla="*/ 21 w 76"/>
                <a:gd name="T25" fmla="*/ 87 h 88"/>
                <a:gd name="T26" fmla="*/ 17 w 76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88">
                  <a:moveTo>
                    <a:pt x="17" y="88"/>
                  </a:moveTo>
                  <a:cubicBezTo>
                    <a:pt x="10" y="84"/>
                    <a:pt x="3" y="76"/>
                    <a:pt x="0" y="70"/>
                  </a:cubicBezTo>
                  <a:cubicBezTo>
                    <a:pt x="0" y="69"/>
                    <a:pt x="1" y="67"/>
                    <a:pt x="2" y="65"/>
                  </a:cubicBezTo>
                  <a:cubicBezTo>
                    <a:pt x="18" y="52"/>
                    <a:pt x="35" y="41"/>
                    <a:pt x="50" y="26"/>
                  </a:cubicBezTo>
                  <a:cubicBezTo>
                    <a:pt x="54" y="19"/>
                    <a:pt x="60" y="12"/>
                    <a:pt x="65" y="5"/>
                  </a:cubicBezTo>
                  <a:cubicBezTo>
                    <a:pt x="65" y="5"/>
                    <a:pt x="66" y="5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0" y="0"/>
                    <a:pt x="72" y="0"/>
                    <a:pt x="76" y="5"/>
                  </a:cubicBezTo>
                  <a:cubicBezTo>
                    <a:pt x="76" y="10"/>
                    <a:pt x="68" y="14"/>
                    <a:pt x="65" y="19"/>
                  </a:cubicBezTo>
                  <a:cubicBezTo>
                    <a:pt x="62" y="27"/>
                    <a:pt x="58" y="35"/>
                    <a:pt x="54" y="43"/>
                  </a:cubicBezTo>
                  <a:cubicBezTo>
                    <a:pt x="53" y="45"/>
                    <a:pt x="53" y="45"/>
                    <a:pt x="48" y="54"/>
                  </a:cubicBezTo>
                  <a:cubicBezTo>
                    <a:pt x="43" y="57"/>
                    <a:pt x="37" y="66"/>
                    <a:pt x="35" y="72"/>
                  </a:cubicBezTo>
                  <a:cubicBezTo>
                    <a:pt x="29" y="75"/>
                    <a:pt x="27" y="84"/>
                    <a:pt x="21" y="87"/>
                  </a:cubicBezTo>
                  <a:cubicBezTo>
                    <a:pt x="19" y="87"/>
                    <a:pt x="18" y="87"/>
                    <a:pt x="17" y="8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78">
              <a:extLst>
                <a:ext uri="{FF2B5EF4-FFF2-40B4-BE49-F238E27FC236}">
                  <a16:creationId xmlns:a16="http://schemas.microsoft.com/office/drawing/2014/main" id="{2FEF08A5-6DF9-4AB5-A5A9-75D060EEA5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9" y="791"/>
              <a:ext cx="53" cy="41"/>
            </a:xfrm>
            <a:custGeom>
              <a:avLst/>
              <a:gdLst>
                <a:gd name="T0" fmla="*/ 19 w 43"/>
                <a:gd name="T1" fmla="*/ 33 h 33"/>
                <a:gd name="T2" fmla="*/ 0 w 43"/>
                <a:gd name="T3" fmla="*/ 20 h 33"/>
                <a:gd name="T4" fmla="*/ 2 w 43"/>
                <a:gd name="T5" fmla="*/ 14 h 33"/>
                <a:gd name="T6" fmla="*/ 6 w 43"/>
                <a:gd name="T7" fmla="*/ 13 h 33"/>
                <a:gd name="T8" fmla="*/ 17 w 43"/>
                <a:gd name="T9" fmla="*/ 12 h 33"/>
                <a:gd name="T10" fmla="*/ 43 w 43"/>
                <a:gd name="T11" fmla="*/ 5 h 33"/>
                <a:gd name="T12" fmla="*/ 19 w 43"/>
                <a:gd name="T1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33">
                  <a:moveTo>
                    <a:pt x="19" y="33"/>
                  </a:moveTo>
                  <a:cubicBezTo>
                    <a:pt x="9" y="33"/>
                    <a:pt x="6" y="26"/>
                    <a:pt x="0" y="20"/>
                  </a:cubicBezTo>
                  <a:cubicBezTo>
                    <a:pt x="0" y="18"/>
                    <a:pt x="2" y="16"/>
                    <a:pt x="2" y="14"/>
                  </a:cubicBezTo>
                  <a:cubicBezTo>
                    <a:pt x="4" y="14"/>
                    <a:pt x="4" y="14"/>
                    <a:pt x="6" y="13"/>
                  </a:cubicBezTo>
                  <a:cubicBezTo>
                    <a:pt x="10" y="12"/>
                    <a:pt x="12" y="12"/>
                    <a:pt x="17" y="12"/>
                  </a:cubicBezTo>
                  <a:cubicBezTo>
                    <a:pt x="22" y="11"/>
                    <a:pt x="38" y="0"/>
                    <a:pt x="43" y="5"/>
                  </a:cubicBezTo>
                  <a:cubicBezTo>
                    <a:pt x="43" y="17"/>
                    <a:pt x="30" y="30"/>
                    <a:pt x="19" y="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79">
              <a:extLst>
                <a:ext uri="{FF2B5EF4-FFF2-40B4-BE49-F238E27FC236}">
                  <a16:creationId xmlns:a16="http://schemas.microsoft.com/office/drawing/2014/main" id="{9D2D39E7-58A1-4FC8-BC3E-3A297B07B5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68" y="766"/>
              <a:ext cx="36" cy="42"/>
            </a:xfrm>
            <a:custGeom>
              <a:avLst/>
              <a:gdLst>
                <a:gd name="T0" fmla="*/ 5 w 29"/>
                <a:gd name="T1" fmla="*/ 34 h 34"/>
                <a:gd name="T2" fmla="*/ 0 w 29"/>
                <a:gd name="T3" fmla="*/ 9 h 34"/>
                <a:gd name="T4" fmla="*/ 19 w 29"/>
                <a:gd name="T5" fmla="*/ 6 h 34"/>
                <a:gd name="T6" fmla="*/ 23 w 29"/>
                <a:gd name="T7" fmla="*/ 26 h 34"/>
                <a:gd name="T8" fmla="*/ 5 w 29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4">
                  <a:moveTo>
                    <a:pt x="5" y="34"/>
                  </a:moveTo>
                  <a:cubicBezTo>
                    <a:pt x="1" y="30"/>
                    <a:pt x="0" y="14"/>
                    <a:pt x="0" y="9"/>
                  </a:cubicBezTo>
                  <a:cubicBezTo>
                    <a:pt x="3" y="0"/>
                    <a:pt x="12" y="0"/>
                    <a:pt x="19" y="6"/>
                  </a:cubicBezTo>
                  <a:cubicBezTo>
                    <a:pt x="25" y="14"/>
                    <a:pt x="29" y="17"/>
                    <a:pt x="23" y="26"/>
                  </a:cubicBezTo>
                  <a:cubicBezTo>
                    <a:pt x="16" y="32"/>
                    <a:pt x="13" y="32"/>
                    <a:pt x="5" y="3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80">
              <a:extLst>
                <a:ext uri="{FF2B5EF4-FFF2-40B4-BE49-F238E27FC236}">
                  <a16:creationId xmlns:a16="http://schemas.microsoft.com/office/drawing/2014/main" id="{915E986D-1EF4-42B3-94BB-73A288B91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8" y="739"/>
              <a:ext cx="63" cy="60"/>
            </a:xfrm>
            <a:custGeom>
              <a:avLst/>
              <a:gdLst>
                <a:gd name="T0" fmla="*/ 17 w 51"/>
                <a:gd name="T1" fmla="*/ 48 h 48"/>
                <a:gd name="T2" fmla="*/ 21 w 51"/>
                <a:gd name="T3" fmla="*/ 30 h 48"/>
                <a:gd name="T4" fmla="*/ 13 w 51"/>
                <a:gd name="T5" fmla="*/ 32 h 48"/>
                <a:gd name="T6" fmla="*/ 3 w 51"/>
                <a:gd name="T7" fmla="*/ 15 h 48"/>
                <a:gd name="T8" fmla="*/ 13 w 51"/>
                <a:gd name="T9" fmla="*/ 11 h 48"/>
                <a:gd name="T10" fmla="*/ 33 w 51"/>
                <a:gd name="T11" fmla="*/ 2 h 48"/>
                <a:gd name="T12" fmla="*/ 51 w 51"/>
                <a:gd name="T13" fmla="*/ 18 h 48"/>
                <a:gd name="T14" fmla="*/ 39 w 51"/>
                <a:gd name="T15" fmla="*/ 36 h 48"/>
                <a:gd name="T16" fmla="*/ 22 w 51"/>
                <a:gd name="T17" fmla="*/ 47 h 48"/>
                <a:gd name="T18" fmla="*/ 17 w 5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48">
                  <a:moveTo>
                    <a:pt x="17" y="48"/>
                  </a:moveTo>
                  <a:cubicBezTo>
                    <a:pt x="16" y="43"/>
                    <a:pt x="23" y="33"/>
                    <a:pt x="21" y="30"/>
                  </a:cubicBezTo>
                  <a:cubicBezTo>
                    <a:pt x="18" y="31"/>
                    <a:pt x="16" y="32"/>
                    <a:pt x="13" y="32"/>
                  </a:cubicBezTo>
                  <a:cubicBezTo>
                    <a:pt x="7" y="29"/>
                    <a:pt x="0" y="21"/>
                    <a:pt x="3" y="15"/>
                  </a:cubicBezTo>
                  <a:cubicBezTo>
                    <a:pt x="7" y="10"/>
                    <a:pt x="6" y="12"/>
                    <a:pt x="13" y="11"/>
                  </a:cubicBezTo>
                  <a:cubicBezTo>
                    <a:pt x="19" y="8"/>
                    <a:pt x="26" y="5"/>
                    <a:pt x="33" y="2"/>
                  </a:cubicBezTo>
                  <a:cubicBezTo>
                    <a:pt x="45" y="0"/>
                    <a:pt x="50" y="6"/>
                    <a:pt x="51" y="18"/>
                  </a:cubicBezTo>
                  <a:cubicBezTo>
                    <a:pt x="49" y="25"/>
                    <a:pt x="44" y="31"/>
                    <a:pt x="39" y="36"/>
                  </a:cubicBezTo>
                  <a:cubicBezTo>
                    <a:pt x="33" y="40"/>
                    <a:pt x="27" y="44"/>
                    <a:pt x="22" y="47"/>
                  </a:cubicBezTo>
                  <a:cubicBezTo>
                    <a:pt x="20" y="47"/>
                    <a:pt x="19" y="48"/>
                    <a:pt x="17" y="4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81">
              <a:extLst>
                <a:ext uri="{FF2B5EF4-FFF2-40B4-BE49-F238E27FC236}">
                  <a16:creationId xmlns:a16="http://schemas.microsoft.com/office/drawing/2014/main" id="{76BD02E3-0A82-4F7E-B49E-08A3A8C6A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715"/>
              <a:ext cx="38" cy="42"/>
            </a:xfrm>
            <a:custGeom>
              <a:avLst/>
              <a:gdLst>
                <a:gd name="T0" fmla="*/ 3 w 31"/>
                <a:gd name="T1" fmla="*/ 34 h 34"/>
                <a:gd name="T2" fmla="*/ 3 w 31"/>
                <a:gd name="T3" fmla="*/ 29 h 34"/>
                <a:gd name="T4" fmla="*/ 0 w 31"/>
                <a:gd name="T5" fmla="*/ 16 h 34"/>
                <a:gd name="T6" fmla="*/ 7 w 31"/>
                <a:gd name="T7" fmla="*/ 0 h 34"/>
                <a:gd name="T8" fmla="*/ 26 w 31"/>
                <a:gd name="T9" fmla="*/ 23 h 34"/>
                <a:gd name="T10" fmla="*/ 3 w 31"/>
                <a:gd name="T1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4">
                  <a:moveTo>
                    <a:pt x="3" y="34"/>
                  </a:moveTo>
                  <a:cubicBezTo>
                    <a:pt x="1" y="32"/>
                    <a:pt x="2" y="31"/>
                    <a:pt x="3" y="29"/>
                  </a:cubicBezTo>
                  <a:cubicBezTo>
                    <a:pt x="3" y="24"/>
                    <a:pt x="0" y="20"/>
                    <a:pt x="0" y="16"/>
                  </a:cubicBezTo>
                  <a:cubicBezTo>
                    <a:pt x="1" y="7"/>
                    <a:pt x="0" y="4"/>
                    <a:pt x="7" y="0"/>
                  </a:cubicBezTo>
                  <a:cubicBezTo>
                    <a:pt x="12" y="3"/>
                    <a:pt x="31" y="12"/>
                    <a:pt x="26" y="23"/>
                  </a:cubicBezTo>
                  <a:cubicBezTo>
                    <a:pt x="21" y="29"/>
                    <a:pt x="11" y="33"/>
                    <a:pt x="3" y="3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82">
              <a:extLst>
                <a:ext uri="{FF2B5EF4-FFF2-40B4-BE49-F238E27FC236}">
                  <a16:creationId xmlns:a16="http://schemas.microsoft.com/office/drawing/2014/main" id="{72D823C7-888B-4B1A-BFC8-5E00FF601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728"/>
              <a:ext cx="244" cy="186"/>
            </a:xfrm>
            <a:custGeom>
              <a:avLst/>
              <a:gdLst>
                <a:gd name="T0" fmla="*/ 20 w 197"/>
                <a:gd name="T1" fmla="*/ 150 h 150"/>
                <a:gd name="T2" fmla="*/ 13 w 197"/>
                <a:gd name="T3" fmla="*/ 119 h 150"/>
                <a:gd name="T4" fmla="*/ 17 w 197"/>
                <a:gd name="T5" fmla="*/ 114 h 150"/>
                <a:gd name="T6" fmla="*/ 17 w 197"/>
                <a:gd name="T7" fmla="*/ 113 h 150"/>
                <a:gd name="T8" fmla="*/ 44 w 197"/>
                <a:gd name="T9" fmla="*/ 77 h 150"/>
                <a:gd name="T10" fmla="*/ 52 w 197"/>
                <a:gd name="T11" fmla="*/ 67 h 150"/>
                <a:gd name="T12" fmla="*/ 53 w 197"/>
                <a:gd name="T13" fmla="*/ 78 h 150"/>
                <a:gd name="T14" fmla="*/ 60 w 197"/>
                <a:gd name="T15" fmla="*/ 77 h 150"/>
                <a:gd name="T16" fmla="*/ 85 w 197"/>
                <a:gd name="T17" fmla="*/ 58 h 150"/>
                <a:gd name="T18" fmla="*/ 87 w 197"/>
                <a:gd name="T19" fmla="*/ 48 h 150"/>
                <a:gd name="T20" fmla="*/ 68 w 197"/>
                <a:gd name="T21" fmla="*/ 44 h 150"/>
                <a:gd name="T22" fmla="*/ 88 w 197"/>
                <a:gd name="T23" fmla="*/ 29 h 150"/>
                <a:gd name="T24" fmla="*/ 92 w 197"/>
                <a:gd name="T25" fmla="*/ 9 h 150"/>
                <a:gd name="T26" fmla="*/ 109 w 197"/>
                <a:gd name="T27" fmla="*/ 22 h 150"/>
                <a:gd name="T28" fmla="*/ 110 w 197"/>
                <a:gd name="T29" fmla="*/ 37 h 150"/>
                <a:gd name="T30" fmla="*/ 108 w 197"/>
                <a:gd name="T31" fmla="*/ 46 h 150"/>
                <a:gd name="T32" fmla="*/ 111 w 197"/>
                <a:gd name="T33" fmla="*/ 46 h 150"/>
                <a:gd name="T34" fmla="*/ 131 w 197"/>
                <a:gd name="T35" fmla="*/ 32 h 150"/>
                <a:gd name="T36" fmla="*/ 140 w 197"/>
                <a:gd name="T37" fmla="*/ 5 h 150"/>
                <a:gd name="T38" fmla="*/ 163 w 197"/>
                <a:gd name="T39" fmla="*/ 11 h 150"/>
                <a:gd name="T40" fmla="*/ 176 w 197"/>
                <a:gd name="T41" fmla="*/ 5 h 150"/>
                <a:gd name="T42" fmla="*/ 182 w 197"/>
                <a:gd name="T43" fmla="*/ 4 h 150"/>
                <a:gd name="T44" fmla="*/ 184 w 197"/>
                <a:gd name="T45" fmla="*/ 13 h 150"/>
                <a:gd name="T46" fmla="*/ 157 w 197"/>
                <a:gd name="T47" fmla="*/ 39 h 150"/>
                <a:gd name="T48" fmla="*/ 166 w 197"/>
                <a:gd name="T49" fmla="*/ 29 h 150"/>
                <a:gd name="T50" fmla="*/ 190 w 197"/>
                <a:gd name="T51" fmla="*/ 34 h 150"/>
                <a:gd name="T52" fmla="*/ 184 w 197"/>
                <a:gd name="T53" fmla="*/ 50 h 150"/>
                <a:gd name="T54" fmla="*/ 182 w 197"/>
                <a:gd name="T55" fmla="*/ 54 h 150"/>
                <a:gd name="T56" fmla="*/ 182 w 197"/>
                <a:gd name="T57" fmla="*/ 93 h 150"/>
                <a:gd name="T58" fmla="*/ 173 w 197"/>
                <a:gd name="T59" fmla="*/ 107 h 150"/>
                <a:gd name="T60" fmla="*/ 173 w 197"/>
                <a:gd name="T61" fmla="*/ 107 h 150"/>
                <a:gd name="T62" fmla="*/ 172 w 197"/>
                <a:gd name="T63" fmla="*/ 107 h 150"/>
                <a:gd name="T64" fmla="*/ 158 w 197"/>
                <a:gd name="T65" fmla="*/ 113 h 150"/>
                <a:gd name="T66" fmla="*/ 158 w 197"/>
                <a:gd name="T67" fmla="*/ 58 h 150"/>
                <a:gd name="T68" fmla="*/ 157 w 197"/>
                <a:gd name="T69" fmla="*/ 58 h 150"/>
                <a:gd name="T70" fmla="*/ 139 w 197"/>
                <a:gd name="T71" fmla="*/ 89 h 150"/>
                <a:gd name="T72" fmla="*/ 124 w 197"/>
                <a:gd name="T73" fmla="*/ 80 h 150"/>
                <a:gd name="T74" fmla="*/ 128 w 197"/>
                <a:gd name="T75" fmla="*/ 76 h 150"/>
                <a:gd name="T76" fmla="*/ 130 w 197"/>
                <a:gd name="T77" fmla="*/ 45 h 150"/>
                <a:gd name="T78" fmla="*/ 111 w 197"/>
                <a:gd name="T79" fmla="*/ 64 h 150"/>
                <a:gd name="T80" fmla="*/ 102 w 197"/>
                <a:gd name="T81" fmla="*/ 70 h 150"/>
                <a:gd name="T82" fmla="*/ 97 w 197"/>
                <a:gd name="T83" fmla="*/ 91 h 150"/>
                <a:gd name="T84" fmla="*/ 92 w 197"/>
                <a:gd name="T85" fmla="*/ 101 h 150"/>
                <a:gd name="T86" fmla="*/ 91 w 197"/>
                <a:gd name="T87" fmla="*/ 102 h 150"/>
                <a:gd name="T88" fmla="*/ 74 w 197"/>
                <a:gd name="T89" fmla="*/ 110 h 150"/>
                <a:gd name="T90" fmla="*/ 74 w 197"/>
                <a:gd name="T91" fmla="*/ 107 h 150"/>
                <a:gd name="T92" fmla="*/ 82 w 197"/>
                <a:gd name="T93" fmla="*/ 85 h 150"/>
                <a:gd name="T94" fmla="*/ 63 w 197"/>
                <a:gd name="T95" fmla="*/ 94 h 150"/>
                <a:gd name="T96" fmla="*/ 53 w 197"/>
                <a:gd name="T97" fmla="*/ 91 h 150"/>
                <a:gd name="T98" fmla="*/ 52 w 197"/>
                <a:gd name="T99" fmla="*/ 90 h 150"/>
                <a:gd name="T100" fmla="*/ 48 w 197"/>
                <a:gd name="T101" fmla="*/ 88 h 150"/>
                <a:gd name="T102" fmla="*/ 44 w 197"/>
                <a:gd name="T103" fmla="*/ 100 h 150"/>
                <a:gd name="T104" fmla="*/ 27 w 197"/>
                <a:gd name="T105" fmla="*/ 147 h 150"/>
                <a:gd name="T106" fmla="*/ 20 w 197"/>
                <a:gd name="T107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50">
                  <a:moveTo>
                    <a:pt x="20" y="150"/>
                  </a:moveTo>
                  <a:cubicBezTo>
                    <a:pt x="9" y="146"/>
                    <a:pt x="0" y="124"/>
                    <a:pt x="13" y="119"/>
                  </a:cubicBezTo>
                  <a:cubicBezTo>
                    <a:pt x="13" y="117"/>
                    <a:pt x="15" y="115"/>
                    <a:pt x="17" y="114"/>
                  </a:cubicBezTo>
                  <a:cubicBezTo>
                    <a:pt x="17" y="114"/>
                    <a:pt x="17" y="113"/>
                    <a:pt x="17" y="113"/>
                  </a:cubicBezTo>
                  <a:cubicBezTo>
                    <a:pt x="27" y="103"/>
                    <a:pt x="35" y="88"/>
                    <a:pt x="44" y="77"/>
                  </a:cubicBezTo>
                  <a:cubicBezTo>
                    <a:pt x="46" y="72"/>
                    <a:pt x="47" y="68"/>
                    <a:pt x="52" y="67"/>
                  </a:cubicBezTo>
                  <a:cubicBezTo>
                    <a:pt x="55" y="69"/>
                    <a:pt x="54" y="74"/>
                    <a:pt x="53" y="78"/>
                  </a:cubicBezTo>
                  <a:cubicBezTo>
                    <a:pt x="54" y="79"/>
                    <a:pt x="58" y="78"/>
                    <a:pt x="60" y="77"/>
                  </a:cubicBezTo>
                  <a:cubicBezTo>
                    <a:pt x="68" y="71"/>
                    <a:pt x="78" y="65"/>
                    <a:pt x="85" y="58"/>
                  </a:cubicBezTo>
                  <a:cubicBezTo>
                    <a:pt x="86" y="55"/>
                    <a:pt x="86" y="52"/>
                    <a:pt x="87" y="48"/>
                  </a:cubicBezTo>
                  <a:cubicBezTo>
                    <a:pt x="81" y="50"/>
                    <a:pt x="64" y="54"/>
                    <a:pt x="68" y="44"/>
                  </a:cubicBezTo>
                  <a:cubicBezTo>
                    <a:pt x="75" y="41"/>
                    <a:pt x="84" y="36"/>
                    <a:pt x="88" y="29"/>
                  </a:cubicBezTo>
                  <a:cubicBezTo>
                    <a:pt x="90" y="22"/>
                    <a:pt x="89" y="14"/>
                    <a:pt x="92" y="9"/>
                  </a:cubicBezTo>
                  <a:cubicBezTo>
                    <a:pt x="99" y="5"/>
                    <a:pt x="108" y="14"/>
                    <a:pt x="109" y="22"/>
                  </a:cubicBezTo>
                  <a:cubicBezTo>
                    <a:pt x="112" y="27"/>
                    <a:pt x="121" y="21"/>
                    <a:pt x="110" y="37"/>
                  </a:cubicBezTo>
                  <a:cubicBezTo>
                    <a:pt x="108" y="39"/>
                    <a:pt x="108" y="42"/>
                    <a:pt x="108" y="46"/>
                  </a:cubicBezTo>
                  <a:cubicBezTo>
                    <a:pt x="109" y="46"/>
                    <a:pt x="110" y="46"/>
                    <a:pt x="111" y="46"/>
                  </a:cubicBezTo>
                  <a:cubicBezTo>
                    <a:pt x="117" y="41"/>
                    <a:pt x="124" y="36"/>
                    <a:pt x="131" y="32"/>
                  </a:cubicBezTo>
                  <a:cubicBezTo>
                    <a:pt x="133" y="22"/>
                    <a:pt x="135" y="14"/>
                    <a:pt x="140" y="5"/>
                  </a:cubicBezTo>
                  <a:cubicBezTo>
                    <a:pt x="147" y="0"/>
                    <a:pt x="156" y="5"/>
                    <a:pt x="163" y="11"/>
                  </a:cubicBezTo>
                  <a:cubicBezTo>
                    <a:pt x="168" y="11"/>
                    <a:pt x="172" y="8"/>
                    <a:pt x="176" y="5"/>
                  </a:cubicBezTo>
                  <a:cubicBezTo>
                    <a:pt x="178" y="4"/>
                    <a:pt x="178" y="4"/>
                    <a:pt x="182" y="4"/>
                  </a:cubicBezTo>
                  <a:cubicBezTo>
                    <a:pt x="183" y="7"/>
                    <a:pt x="184" y="9"/>
                    <a:pt x="184" y="13"/>
                  </a:cubicBezTo>
                  <a:cubicBezTo>
                    <a:pt x="181" y="24"/>
                    <a:pt x="151" y="27"/>
                    <a:pt x="157" y="39"/>
                  </a:cubicBezTo>
                  <a:cubicBezTo>
                    <a:pt x="162" y="39"/>
                    <a:pt x="164" y="33"/>
                    <a:pt x="166" y="29"/>
                  </a:cubicBezTo>
                  <a:cubicBezTo>
                    <a:pt x="171" y="26"/>
                    <a:pt x="184" y="30"/>
                    <a:pt x="190" y="34"/>
                  </a:cubicBezTo>
                  <a:cubicBezTo>
                    <a:pt x="197" y="42"/>
                    <a:pt x="192" y="45"/>
                    <a:pt x="184" y="50"/>
                  </a:cubicBezTo>
                  <a:cubicBezTo>
                    <a:pt x="183" y="52"/>
                    <a:pt x="183" y="53"/>
                    <a:pt x="182" y="54"/>
                  </a:cubicBezTo>
                  <a:cubicBezTo>
                    <a:pt x="181" y="70"/>
                    <a:pt x="181" y="70"/>
                    <a:pt x="182" y="93"/>
                  </a:cubicBezTo>
                  <a:cubicBezTo>
                    <a:pt x="179" y="99"/>
                    <a:pt x="177" y="102"/>
                    <a:pt x="173" y="107"/>
                  </a:cubicBezTo>
                  <a:cubicBezTo>
                    <a:pt x="173" y="107"/>
                    <a:pt x="173" y="107"/>
                    <a:pt x="173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69" y="112"/>
                    <a:pt x="162" y="117"/>
                    <a:pt x="158" y="113"/>
                  </a:cubicBezTo>
                  <a:cubicBezTo>
                    <a:pt x="158" y="94"/>
                    <a:pt x="159" y="75"/>
                    <a:pt x="158" y="58"/>
                  </a:cubicBezTo>
                  <a:cubicBezTo>
                    <a:pt x="158" y="58"/>
                    <a:pt x="157" y="58"/>
                    <a:pt x="157" y="58"/>
                  </a:cubicBezTo>
                  <a:cubicBezTo>
                    <a:pt x="156" y="67"/>
                    <a:pt x="147" y="84"/>
                    <a:pt x="139" y="89"/>
                  </a:cubicBezTo>
                  <a:cubicBezTo>
                    <a:pt x="132" y="90"/>
                    <a:pt x="126" y="86"/>
                    <a:pt x="124" y="80"/>
                  </a:cubicBezTo>
                  <a:cubicBezTo>
                    <a:pt x="125" y="78"/>
                    <a:pt x="126" y="77"/>
                    <a:pt x="128" y="76"/>
                  </a:cubicBezTo>
                  <a:cubicBezTo>
                    <a:pt x="132" y="68"/>
                    <a:pt x="130" y="53"/>
                    <a:pt x="130" y="45"/>
                  </a:cubicBezTo>
                  <a:cubicBezTo>
                    <a:pt x="125" y="46"/>
                    <a:pt x="115" y="59"/>
                    <a:pt x="111" y="64"/>
                  </a:cubicBezTo>
                  <a:cubicBezTo>
                    <a:pt x="108" y="66"/>
                    <a:pt x="105" y="68"/>
                    <a:pt x="102" y="70"/>
                  </a:cubicBezTo>
                  <a:cubicBezTo>
                    <a:pt x="100" y="77"/>
                    <a:pt x="98" y="84"/>
                    <a:pt x="97" y="91"/>
                  </a:cubicBezTo>
                  <a:cubicBezTo>
                    <a:pt x="95" y="95"/>
                    <a:pt x="93" y="98"/>
                    <a:pt x="92" y="101"/>
                  </a:cubicBezTo>
                  <a:cubicBezTo>
                    <a:pt x="91" y="101"/>
                    <a:pt x="91" y="101"/>
                    <a:pt x="91" y="102"/>
                  </a:cubicBezTo>
                  <a:cubicBezTo>
                    <a:pt x="88" y="106"/>
                    <a:pt x="80" y="118"/>
                    <a:pt x="74" y="110"/>
                  </a:cubicBezTo>
                  <a:cubicBezTo>
                    <a:pt x="74" y="109"/>
                    <a:pt x="74" y="108"/>
                    <a:pt x="74" y="107"/>
                  </a:cubicBezTo>
                  <a:cubicBezTo>
                    <a:pt x="79" y="101"/>
                    <a:pt x="82" y="92"/>
                    <a:pt x="82" y="85"/>
                  </a:cubicBezTo>
                  <a:cubicBezTo>
                    <a:pt x="75" y="87"/>
                    <a:pt x="70" y="94"/>
                    <a:pt x="63" y="94"/>
                  </a:cubicBezTo>
                  <a:cubicBezTo>
                    <a:pt x="59" y="93"/>
                    <a:pt x="55" y="92"/>
                    <a:pt x="53" y="91"/>
                  </a:cubicBezTo>
                  <a:cubicBezTo>
                    <a:pt x="53" y="90"/>
                    <a:pt x="53" y="90"/>
                    <a:pt x="52" y="90"/>
                  </a:cubicBezTo>
                  <a:cubicBezTo>
                    <a:pt x="51" y="89"/>
                    <a:pt x="49" y="87"/>
                    <a:pt x="48" y="88"/>
                  </a:cubicBezTo>
                  <a:cubicBezTo>
                    <a:pt x="47" y="91"/>
                    <a:pt x="45" y="96"/>
                    <a:pt x="44" y="100"/>
                  </a:cubicBezTo>
                  <a:cubicBezTo>
                    <a:pt x="37" y="115"/>
                    <a:pt x="32" y="130"/>
                    <a:pt x="27" y="147"/>
                  </a:cubicBezTo>
                  <a:cubicBezTo>
                    <a:pt x="24" y="149"/>
                    <a:pt x="23" y="150"/>
                    <a:pt x="20" y="15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83">
              <a:extLst>
                <a:ext uri="{FF2B5EF4-FFF2-40B4-BE49-F238E27FC236}">
                  <a16:creationId xmlns:a16="http://schemas.microsoft.com/office/drawing/2014/main" id="{4AC02DF5-F283-49BB-8E72-C9328F2686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1" y="757"/>
              <a:ext cx="37" cy="49"/>
            </a:xfrm>
            <a:custGeom>
              <a:avLst/>
              <a:gdLst>
                <a:gd name="T0" fmla="*/ 5 w 30"/>
                <a:gd name="T1" fmla="*/ 39 h 39"/>
                <a:gd name="T2" fmla="*/ 6 w 30"/>
                <a:gd name="T3" fmla="*/ 28 h 39"/>
                <a:gd name="T4" fmla="*/ 6 w 30"/>
                <a:gd name="T5" fmla="*/ 1 h 39"/>
                <a:gd name="T6" fmla="*/ 10 w 30"/>
                <a:gd name="T7" fmla="*/ 0 h 39"/>
                <a:gd name="T8" fmla="*/ 25 w 30"/>
                <a:gd name="T9" fmla="*/ 17 h 39"/>
                <a:gd name="T10" fmla="*/ 5 w 30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9">
                  <a:moveTo>
                    <a:pt x="5" y="39"/>
                  </a:moveTo>
                  <a:cubicBezTo>
                    <a:pt x="3" y="35"/>
                    <a:pt x="6" y="31"/>
                    <a:pt x="6" y="28"/>
                  </a:cubicBezTo>
                  <a:cubicBezTo>
                    <a:pt x="3" y="17"/>
                    <a:pt x="0" y="9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4" y="4"/>
                    <a:pt x="21" y="11"/>
                    <a:pt x="25" y="17"/>
                  </a:cubicBezTo>
                  <a:cubicBezTo>
                    <a:pt x="30" y="29"/>
                    <a:pt x="14" y="35"/>
                    <a:pt x="5" y="39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84">
              <a:extLst>
                <a:ext uri="{FF2B5EF4-FFF2-40B4-BE49-F238E27FC236}">
                  <a16:creationId xmlns:a16="http://schemas.microsoft.com/office/drawing/2014/main" id="{9916BE3C-9CFD-4E8D-A180-F8DF74C6F4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708"/>
              <a:ext cx="46" cy="47"/>
            </a:xfrm>
            <a:custGeom>
              <a:avLst/>
              <a:gdLst>
                <a:gd name="T0" fmla="*/ 7 w 37"/>
                <a:gd name="T1" fmla="*/ 38 h 38"/>
                <a:gd name="T2" fmla="*/ 4 w 37"/>
                <a:gd name="T3" fmla="*/ 36 h 38"/>
                <a:gd name="T4" fmla="*/ 6 w 37"/>
                <a:gd name="T5" fmla="*/ 29 h 38"/>
                <a:gd name="T6" fmla="*/ 11 w 37"/>
                <a:gd name="T7" fmla="*/ 0 h 38"/>
                <a:gd name="T8" fmla="*/ 16 w 37"/>
                <a:gd name="T9" fmla="*/ 7 h 38"/>
                <a:gd name="T10" fmla="*/ 24 w 37"/>
                <a:gd name="T11" fmla="*/ 32 h 38"/>
                <a:gd name="T12" fmla="*/ 7 w 3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8">
                  <a:moveTo>
                    <a:pt x="7" y="38"/>
                  </a:moveTo>
                  <a:cubicBezTo>
                    <a:pt x="5" y="37"/>
                    <a:pt x="5" y="37"/>
                    <a:pt x="4" y="36"/>
                  </a:cubicBezTo>
                  <a:cubicBezTo>
                    <a:pt x="6" y="33"/>
                    <a:pt x="7" y="32"/>
                    <a:pt x="6" y="29"/>
                  </a:cubicBezTo>
                  <a:cubicBezTo>
                    <a:pt x="0" y="20"/>
                    <a:pt x="0" y="5"/>
                    <a:pt x="11" y="0"/>
                  </a:cubicBezTo>
                  <a:cubicBezTo>
                    <a:pt x="14" y="0"/>
                    <a:pt x="15" y="3"/>
                    <a:pt x="16" y="7"/>
                  </a:cubicBezTo>
                  <a:cubicBezTo>
                    <a:pt x="23" y="14"/>
                    <a:pt x="37" y="23"/>
                    <a:pt x="24" y="32"/>
                  </a:cubicBezTo>
                  <a:cubicBezTo>
                    <a:pt x="18" y="35"/>
                    <a:pt x="13" y="36"/>
                    <a:pt x="7" y="3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85">
              <a:extLst>
                <a:ext uri="{FF2B5EF4-FFF2-40B4-BE49-F238E27FC236}">
                  <a16:creationId xmlns:a16="http://schemas.microsoft.com/office/drawing/2014/main" id="{88769C33-8DE2-46FA-AE8E-1223ED2C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7" y="765"/>
              <a:ext cx="26" cy="39"/>
            </a:xfrm>
            <a:custGeom>
              <a:avLst/>
              <a:gdLst>
                <a:gd name="T0" fmla="*/ 10 w 21"/>
                <a:gd name="T1" fmla="*/ 31 h 31"/>
                <a:gd name="T2" fmla="*/ 3 w 21"/>
                <a:gd name="T3" fmla="*/ 4 h 31"/>
                <a:gd name="T4" fmla="*/ 21 w 21"/>
                <a:gd name="T5" fmla="*/ 18 h 31"/>
                <a:gd name="T6" fmla="*/ 10 w 2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1">
                  <a:moveTo>
                    <a:pt x="10" y="31"/>
                  </a:moveTo>
                  <a:cubicBezTo>
                    <a:pt x="0" y="27"/>
                    <a:pt x="2" y="11"/>
                    <a:pt x="3" y="4"/>
                  </a:cubicBezTo>
                  <a:cubicBezTo>
                    <a:pt x="11" y="0"/>
                    <a:pt x="20" y="9"/>
                    <a:pt x="21" y="18"/>
                  </a:cubicBezTo>
                  <a:cubicBezTo>
                    <a:pt x="19" y="27"/>
                    <a:pt x="19" y="29"/>
                    <a:pt x="10" y="3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86">
              <a:extLst>
                <a:ext uri="{FF2B5EF4-FFF2-40B4-BE49-F238E27FC236}">
                  <a16:creationId xmlns:a16="http://schemas.microsoft.com/office/drawing/2014/main" id="{0CE95D69-B4C5-4145-932B-021143A6B2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57" y="673"/>
              <a:ext cx="166" cy="224"/>
            </a:xfrm>
            <a:custGeom>
              <a:avLst/>
              <a:gdLst>
                <a:gd name="T0" fmla="*/ 71 w 134"/>
                <a:gd name="T1" fmla="*/ 180 h 180"/>
                <a:gd name="T2" fmla="*/ 34 w 134"/>
                <a:gd name="T3" fmla="*/ 173 h 180"/>
                <a:gd name="T4" fmla="*/ 56 w 134"/>
                <a:gd name="T5" fmla="*/ 148 h 180"/>
                <a:gd name="T6" fmla="*/ 0 w 134"/>
                <a:gd name="T7" fmla="*/ 147 h 180"/>
                <a:gd name="T8" fmla="*/ 56 w 134"/>
                <a:gd name="T9" fmla="*/ 124 h 180"/>
                <a:gd name="T10" fmla="*/ 75 w 134"/>
                <a:gd name="T11" fmla="*/ 108 h 180"/>
                <a:gd name="T12" fmla="*/ 91 w 134"/>
                <a:gd name="T13" fmla="*/ 96 h 180"/>
                <a:gd name="T14" fmla="*/ 32 w 134"/>
                <a:gd name="T15" fmla="*/ 119 h 180"/>
                <a:gd name="T16" fmla="*/ 34 w 134"/>
                <a:gd name="T17" fmla="*/ 108 h 180"/>
                <a:gd name="T18" fmla="*/ 73 w 134"/>
                <a:gd name="T19" fmla="*/ 81 h 180"/>
                <a:gd name="T20" fmla="*/ 71 w 134"/>
                <a:gd name="T21" fmla="*/ 78 h 180"/>
                <a:gd name="T22" fmla="*/ 39 w 134"/>
                <a:gd name="T23" fmla="*/ 93 h 180"/>
                <a:gd name="T24" fmla="*/ 27 w 134"/>
                <a:gd name="T25" fmla="*/ 61 h 180"/>
                <a:gd name="T26" fmla="*/ 33 w 134"/>
                <a:gd name="T27" fmla="*/ 44 h 180"/>
                <a:gd name="T28" fmla="*/ 46 w 134"/>
                <a:gd name="T29" fmla="*/ 56 h 180"/>
                <a:gd name="T30" fmla="*/ 60 w 134"/>
                <a:gd name="T31" fmla="*/ 66 h 180"/>
                <a:gd name="T32" fmla="*/ 68 w 134"/>
                <a:gd name="T33" fmla="*/ 55 h 180"/>
                <a:gd name="T34" fmla="*/ 64 w 134"/>
                <a:gd name="T35" fmla="*/ 45 h 180"/>
                <a:gd name="T36" fmla="*/ 84 w 134"/>
                <a:gd name="T37" fmla="*/ 25 h 180"/>
                <a:gd name="T38" fmla="*/ 111 w 134"/>
                <a:gd name="T39" fmla="*/ 20 h 180"/>
                <a:gd name="T40" fmla="*/ 110 w 134"/>
                <a:gd name="T41" fmla="*/ 29 h 180"/>
                <a:gd name="T42" fmla="*/ 132 w 134"/>
                <a:gd name="T43" fmla="*/ 44 h 180"/>
                <a:gd name="T44" fmla="*/ 115 w 134"/>
                <a:gd name="T45" fmla="*/ 77 h 180"/>
                <a:gd name="T46" fmla="*/ 120 w 134"/>
                <a:gd name="T47" fmla="*/ 94 h 180"/>
                <a:gd name="T48" fmla="*/ 78 w 134"/>
                <a:gd name="T49" fmla="*/ 114 h 180"/>
                <a:gd name="T50" fmla="*/ 92 w 134"/>
                <a:gd name="T51" fmla="*/ 119 h 180"/>
                <a:gd name="T52" fmla="*/ 81 w 134"/>
                <a:gd name="T53" fmla="*/ 140 h 180"/>
                <a:gd name="T54" fmla="*/ 72 w 134"/>
                <a:gd name="T55" fmla="*/ 180 h 180"/>
                <a:gd name="T56" fmla="*/ 106 w 134"/>
                <a:gd name="T57" fmla="*/ 53 h 180"/>
                <a:gd name="T58" fmla="*/ 87 w 134"/>
                <a:gd name="T59" fmla="*/ 59 h 180"/>
                <a:gd name="T60" fmla="*/ 87 w 134"/>
                <a:gd name="T61" fmla="*/ 60 h 180"/>
                <a:gd name="T62" fmla="*/ 92 w 134"/>
                <a:gd name="T63" fmla="*/ 58 h 180"/>
                <a:gd name="T64" fmla="*/ 99 w 134"/>
                <a:gd name="T65" fmla="*/ 6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" h="180">
                  <a:moveTo>
                    <a:pt x="72" y="180"/>
                  </a:moveTo>
                  <a:cubicBezTo>
                    <a:pt x="71" y="180"/>
                    <a:pt x="71" y="180"/>
                    <a:pt x="71" y="180"/>
                  </a:cubicBezTo>
                  <a:cubicBezTo>
                    <a:pt x="58" y="180"/>
                    <a:pt x="46" y="179"/>
                    <a:pt x="34" y="175"/>
                  </a:cubicBezTo>
                  <a:cubicBezTo>
                    <a:pt x="34" y="174"/>
                    <a:pt x="34" y="174"/>
                    <a:pt x="34" y="173"/>
                  </a:cubicBezTo>
                  <a:cubicBezTo>
                    <a:pt x="41" y="169"/>
                    <a:pt x="50" y="170"/>
                    <a:pt x="55" y="163"/>
                  </a:cubicBezTo>
                  <a:cubicBezTo>
                    <a:pt x="56" y="157"/>
                    <a:pt x="57" y="152"/>
                    <a:pt x="56" y="148"/>
                  </a:cubicBezTo>
                  <a:cubicBezTo>
                    <a:pt x="43" y="148"/>
                    <a:pt x="37" y="157"/>
                    <a:pt x="27" y="161"/>
                  </a:cubicBezTo>
                  <a:cubicBezTo>
                    <a:pt x="18" y="162"/>
                    <a:pt x="3" y="154"/>
                    <a:pt x="0" y="147"/>
                  </a:cubicBezTo>
                  <a:cubicBezTo>
                    <a:pt x="0" y="136"/>
                    <a:pt x="3" y="141"/>
                    <a:pt x="14" y="140"/>
                  </a:cubicBezTo>
                  <a:cubicBezTo>
                    <a:pt x="28" y="138"/>
                    <a:pt x="43" y="130"/>
                    <a:pt x="56" y="124"/>
                  </a:cubicBezTo>
                  <a:cubicBezTo>
                    <a:pt x="59" y="121"/>
                    <a:pt x="59" y="121"/>
                    <a:pt x="61" y="121"/>
                  </a:cubicBezTo>
                  <a:cubicBezTo>
                    <a:pt x="64" y="112"/>
                    <a:pt x="66" y="110"/>
                    <a:pt x="75" y="108"/>
                  </a:cubicBezTo>
                  <a:cubicBezTo>
                    <a:pt x="79" y="106"/>
                    <a:pt x="79" y="106"/>
                    <a:pt x="90" y="100"/>
                  </a:cubicBezTo>
                  <a:cubicBezTo>
                    <a:pt x="90" y="99"/>
                    <a:pt x="91" y="98"/>
                    <a:pt x="91" y="96"/>
                  </a:cubicBezTo>
                  <a:cubicBezTo>
                    <a:pt x="74" y="98"/>
                    <a:pt x="61" y="112"/>
                    <a:pt x="48" y="121"/>
                  </a:cubicBezTo>
                  <a:cubicBezTo>
                    <a:pt x="41" y="122"/>
                    <a:pt x="36" y="121"/>
                    <a:pt x="32" y="119"/>
                  </a:cubicBezTo>
                  <a:cubicBezTo>
                    <a:pt x="29" y="120"/>
                    <a:pt x="12" y="123"/>
                    <a:pt x="20" y="116"/>
                  </a:cubicBezTo>
                  <a:cubicBezTo>
                    <a:pt x="25" y="114"/>
                    <a:pt x="29" y="111"/>
                    <a:pt x="34" y="108"/>
                  </a:cubicBezTo>
                  <a:cubicBezTo>
                    <a:pt x="47" y="100"/>
                    <a:pt x="61" y="93"/>
                    <a:pt x="74" y="85"/>
                  </a:cubicBezTo>
                  <a:cubicBezTo>
                    <a:pt x="74" y="83"/>
                    <a:pt x="73" y="82"/>
                    <a:pt x="73" y="81"/>
                  </a:cubicBezTo>
                  <a:cubicBezTo>
                    <a:pt x="73" y="79"/>
                    <a:pt x="74" y="77"/>
                    <a:pt x="74" y="75"/>
                  </a:cubicBezTo>
                  <a:cubicBezTo>
                    <a:pt x="72" y="76"/>
                    <a:pt x="71" y="76"/>
                    <a:pt x="71" y="78"/>
                  </a:cubicBezTo>
                  <a:cubicBezTo>
                    <a:pt x="63" y="81"/>
                    <a:pt x="59" y="88"/>
                    <a:pt x="53" y="81"/>
                  </a:cubicBezTo>
                  <a:cubicBezTo>
                    <a:pt x="51" y="88"/>
                    <a:pt x="46" y="93"/>
                    <a:pt x="39" y="93"/>
                  </a:cubicBezTo>
                  <a:cubicBezTo>
                    <a:pt x="32" y="89"/>
                    <a:pt x="32" y="77"/>
                    <a:pt x="31" y="72"/>
                  </a:cubicBezTo>
                  <a:cubicBezTo>
                    <a:pt x="30" y="71"/>
                    <a:pt x="29" y="67"/>
                    <a:pt x="27" y="61"/>
                  </a:cubicBezTo>
                  <a:cubicBezTo>
                    <a:pt x="24" y="55"/>
                    <a:pt x="18" y="47"/>
                    <a:pt x="22" y="42"/>
                  </a:cubicBezTo>
                  <a:cubicBezTo>
                    <a:pt x="27" y="38"/>
                    <a:pt x="29" y="37"/>
                    <a:pt x="33" y="44"/>
                  </a:cubicBezTo>
                  <a:cubicBezTo>
                    <a:pt x="37" y="47"/>
                    <a:pt x="42" y="51"/>
                    <a:pt x="45" y="56"/>
                  </a:cubicBezTo>
                  <a:cubicBezTo>
                    <a:pt x="45" y="56"/>
                    <a:pt x="46" y="56"/>
                    <a:pt x="46" y="56"/>
                  </a:cubicBezTo>
                  <a:cubicBezTo>
                    <a:pt x="48" y="62"/>
                    <a:pt x="54" y="69"/>
                    <a:pt x="53" y="77"/>
                  </a:cubicBezTo>
                  <a:cubicBezTo>
                    <a:pt x="57" y="75"/>
                    <a:pt x="62" y="71"/>
                    <a:pt x="60" y="66"/>
                  </a:cubicBezTo>
                  <a:cubicBezTo>
                    <a:pt x="53" y="63"/>
                    <a:pt x="57" y="57"/>
                    <a:pt x="61" y="55"/>
                  </a:cubicBezTo>
                  <a:cubicBezTo>
                    <a:pt x="64" y="55"/>
                    <a:pt x="64" y="55"/>
                    <a:pt x="68" y="55"/>
                  </a:cubicBezTo>
                  <a:cubicBezTo>
                    <a:pt x="68" y="53"/>
                    <a:pt x="68" y="53"/>
                    <a:pt x="67" y="52"/>
                  </a:cubicBezTo>
                  <a:cubicBezTo>
                    <a:pt x="62" y="50"/>
                    <a:pt x="63" y="49"/>
                    <a:pt x="64" y="45"/>
                  </a:cubicBezTo>
                  <a:cubicBezTo>
                    <a:pt x="58" y="43"/>
                    <a:pt x="56" y="37"/>
                    <a:pt x="58" y="32"/>
                  </a:cubicBezTo>
                  <a:cubicBezTo>
                    <a:pt x="76" y="28"/>
                    <a:pt x="76" y="28"/>
                    <a:pt x="84" y="25"/>
                  </a:cubicBezTo>
                  <a:cubicBezTo>
                    <a:pt x="89" y="19"/>
                    <a:pt x="95" y="0"/>
                    <a:pt x="106" y="4"/>
                  </a:cubicBezTo>
                  <a:cubicBezTo>
                    <a:pt x="109" y="7"/>
                    <a:pt x="111" y="14"/>
                    <a:pt x="111" y="20"/>
                  </a:cubicBezTo>
                  <a:cubicBezTo>
                    <a:pt x="109" y="23"/>
                    <a:pt x="107" y="25"/>
                    <a:pt x="107" y="28"/>
                  </a:cubicBezTo>
                  <a:cubicBezTo>
                    <a:pt x="108" y="28"/>
                    <a:pt x="109" y="28"/>
                    <a:pt x="110" y="29"/>
                  </a:cubicBezTo>
                  <a:cubicBezTo>
                    <a:pt x="117" y="25"/>
                    <a:pt x="121" y="21"/>
                    <a:pt x="125" y="31"/>
                  </a:cubicBezTo>
                  <a:cubicBezTo>
                    <a:pt x="132" y="35"/>
                    <a:pt x="134" y="34"/>
                    <a:pt x="132" y="44"/>
                  </a:cubicBezTo>
                  <a:cubicBezTo>
                    <a:pt x="127" y="55"/>
                    <a:pt x="121" y="66"/>
                    <a:pt x="115" y="76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7" y="77"/>
                    <a:pt x="118" y="78"/>
                    <a:pt x="119" y="78"/>
                  </a:cubicBezTo>
                  <a:cubicBezTo>
                    <a:pt x="120" y="83"/>
                    <a:pt x="120" y="88"/>
                    <a:pt x="120" y="94"/>
                  </a:cubicBezTo>
                  <a:cubicBezTo>
                    <a:pt x="116" y="100"/>
                    <a:pt x="110" y="100"/>
                    <a:pt x="103" y="101"/>
                  </a:cubicBezTo>
                  <a:cubicBezTo>
                    <a:pt x="94" y="106"/>
                    <a:pt x="86" y="109"/>
                    <a:pt x="78" y="114"/>
                  </a:cubicBezTo>
                  <a:cubicBezTo>
                    <a:pt x="78" y="116"/>
                    <a:pt x="78" y="118"/>
                    <a:pt x="79" y="120"/>
                  </a:cubicBezTo>
                  <a:cubicBezTo>
                    <a:pt x="83" y="120"/>
                    <a:pt x="87" y="120"/>
                    <a:pt x="92" y="119"/>
                  </a:cubicBezTo>
                  <a:cubicBezTo>
                    <a:pt x="96" y="123"/>
                    <a:pt x="96" y="131"/>
                    <a:pt x="93" y="136"/>
                  </a:cubicBezTo>
                  <a:cubicBezTo>
                    <a:pt x="88" y="137"/>
                    <a:pt x="85" y="138"/>
                    <a:pt x="81" y="140"/>
                  </a:cubicBezTo>
                  <a:cubicBezTo>
                    <a:pt x="81" y="142"/>
                    <a:pt x="81" y="144"/>
                    <a:pt x="80" y="147"/>
                  </a:cubicBezTo>
                  <a:cubicBezTo>
                    <a:pt x="81" y="156"/>
                    <a:pt x="85" y="178"/>
                    <a:pt x="72" y="180"/>
                  </a:cubicBezTo>
                  <a:moveTo>
                    <a:pt x="99" y="67"/>
                  </a:moveTo>
                  <a:cubicBezTo>
                    <a:pt x="103" y="63"/>
                    <a:pt x="106" y="58"/>
                    <a:pt x="106" y="53"/>
                  </a:cubicBezTo>
                  <a:cubicBezTo>
                    <a:pt x="102" y="49"/>
                    <a:pt x="96" y="49"/>
                    <a:pt x="92" y="49"/>
                  </a:cubicBezTo>
                  <a:cubicBezTo>
                    <a:pt x="92" y="51"/>
                    <a:pt x="92" y="51"/>
                    <a:pt x="87" y="59"/>
                  </a:cubicBezTo>
                  <a:cubicBezTo>
                    <a:pt x="88" y="59"/>
                    <a:pt x="88" y="59"/>
                    <a:pt x="89" y="59"/>
                  </a:cubicBezTo>
                  <a:cubicBezTo>
                    <a:pt x="88" y="60"/>
                    <a:pt x="88" y="60"/>
                    <a:pt x="87" y="60"/>
                  </a:cubicBezTo>
                  <a:cubicBezTo>
                    <a:pt x="87" y="60"/>
                    <a:pt x="88" y="60"/>
                    <a:pt x="88" y="61"/>
                  </a:cubicBezTo>
                  <a:cubicBezTo>
                    <a:pt x="90" y="61"/>
                    <a:pt x="91" y="59"/>
                    <a:pt x="92" y="58"/>
                  </a:cubicBezTo>
                  <a:cubicBezTo>
                    <a:pt x="98" y="57"/>
                    <a:pt x="98" y="59"/>
                    <a:pt x="98" y="67"/>
                  </a:cubicBezTo>
                  <a:cubicBezTo>
                    <a:pt x="98" y="67"/>
                    <a:pt x="98" y="67"/>
                    <a:pt x="99" y="6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87">
              <a:extLst>
                <a:ext uri="{FF2B5EF4-FFF2-40B4-BE49-F238E27FC236}">
                  <a16:creationId xmlns:a16="http://schemas.microsoft.com/office/drawing/2014/main" id="{43B13C19-FB89-4EED-81C6-3D2C2608D4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5" y="933"/>
              <a:ext cx="31" cy="40"/>
            </a:xfrm>
            <a:custGeom>
              <a:avLst/>
              <a:gdLst>
                <a:gd name="T0" fmla="*/ 0 w 31"/>
                <a:gd name="T1" fmla="*/ 35 h 40"/>
                <a:gd name="T2" fmla="*/ 24 w 31"/>
                <a:gd name="T3" fmla="*/ 5 h 40"/>
                <a:gd name="T4" fmla="*/ 2 w 31"/>
                <a:gd name="T5" fmla="*/ 5 h 40"/>
                <a:gd name="T6" fmla="*/ 2 w 31"/>
                <a:gd name="T7" fmla="*/ 3 h 40"/>
                <a:gd name="T8" fmla="*/ 2 w 31"/>
                <a:gd name="T9" fmla="*/ 0 h 40"/>
                <a:gd name="T10" fmla="*/ 31 w 31"/>
                <a:gd name="T11" fmla="*/ 0 h 40"/>
                <a:gd name="T12" fmla="*/ 31 w 31"/>
                <a:gd name="T13" fmla="*/ 3 h 40"/>
                <a:gd name="T14" fmla="*/ 31 w 31"/>
                <a:gd name="T15" fmla="*/ 5 h 40"/>
                <a:gd name="T16" fmla="*/ 6 w 31"/>
                <a:gd name="T17" fmla="*/ 35 h 40"/>
                <a:gd name="T18" fmla="*/ 31 w 31"/>
                <a:gd name="T19" fmla="*/ 35 h 40"/>
                <a:gd name="T20" fmla="*/ 31 w 31"/>
                <a:gd name="T21" fmla="*/ 37 h 40"/>
                <a:gd name="T22" fmla="*/ 31 w 31"/>
                <a:gd name="T23" fmla="*/ 40 h 40"/>
                <a:gd name="T24" fmla="*/ 0 w 31"/>
                <a:gd name="T25" fmla="*/ 40 h 40"/>
                <a:gd name="T26" fmla="*/ 0 w 31"/>
                <a:gd name="T27" fmla="*/ 37 h 40"/>
                <a:gd name="T28" fmla="*/ 0 w 31"/>
                <a:gd name="T29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0" y="35"/>
                  </a:moveTo>
                  <a:lnTo>
                    <a:pt x="24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6" y="35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88">
              <a:extLst>
                <a:ext uri="{FF2B5EF4-FFF2-40B4-BE49-F238E27FC236}">
                  <a16:creationId xmlns:a16="http://schemas.microsoft.com/office/drawing/2014/main" id="{8A91F156-A29E-472C-94F4-CE256BA0D5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933"/>
              <a:ext cx="31" cy="40"/>
            </a:xfrm>
            <a:custGeom>
              <a:avLst/>
              <a:gdLst>
                <a:gd name="T0" fmla="*/ 0 w 31"/>
                <a:gd name="T1" fmla="*/ 0 h 40"/>
                <a:gd name="T2" fmla="*/ 2 w 31"/>
                <a:gd name="T3" fmla="*/ 0 h 40"/>
                <a:gd name="T4" fmla="*/ 5 w 31"/>
                <a:gd name="T5" fmla="*/ 0 h 40"/>
                <a:gd name="T6" fmla="*/ 5 w 31"/>
                <a:gd name="T7" fmla="*/ 16 h 40"/>
                <a:gd name="T8" fmla="*/ 26 w 31"/>
                <a:gd name="T9" fmla="*/ 16 h 40"/>
                <a:gd name="T10" fmla="*/ 26 w 31"/>
                <a:gd name="T11" fmla="*/ 0 h 40"/>
                <a:gd name="T12" fmla="*/ 28 w 31"/>
                <a:gd name="T13" fmla="*/ 0 h 40"/>
                <a:gd name="T14" fmla="*/ 31 w 31"/>
                <a:gd name="T15" fmla="*/ 0 h 40"/>
                <a:gd name="T16" fmla="*/ 31 w 31"/>
                <a:gd name="T17" fmla="*/ 40 h 40"/>
                <a:gd name="T18" fmla="*/ 28 w 31"/>
                <a:gd name="T19" fmla="*/ 40 h 40"/>
                <a:gd name="T20" fmla="*/ 26 w 31"/>
                <a:gd name="T21" fmla="*/ 40 h 40"/>
                <a:gd name="T22" fmla="*/ 26 w 31"/>
                <a:gd name="T23" fmla="*/ 21 h 40"/>
                <a:gd name="T24" fmla="*/ 5 w 31"/>
                <a:gd name="T25" fmla="*/ 21 h 40"/>
                <a:gd name="T26" fmla="*/ 5 w 31"/>
                <a:gd name="T27" fmla="*/ 40 h 40"/>
                <a:gd name="T28" fmla="*/ 2 w 31"/>
                <a:gd name="T29" fmla="*/ 40 h 40"/>
                <a:gd name="T30" fmla="*/ 0 w 31"/>
                <a:gd name="T31" fmla="*/ 40 h 40"/>
                <a:gd name="T32" fmla="*/ 0 w 31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16"/>
                  </a:lnTo>
                  <a:lnTo>
                    <a:pt x="26" y="16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21"/>
                  </a:lnTo>
                  <a:lnTo>
                    <a:pt x="5" y="2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89">
              <a:extLst>
                <a:ext uri="{FF2B5EF4-FFF2-40B4-BE49-F238E27FC236}">
                  <a16:creationId xmlns:a16="http://schemas.microsoft.com/office/drawing/2014/main" id="{D7807415-D02A-4C80-BD78-41B382E351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3" y="933"/>
              <a:ext cx="29" cy="40"/>
            </a:xfrm>
            <a:custGeom>
              <a:avLst/>
              <a:gdLst>
                <a:gd name="T0" fmla="*/ 0 w 29"/>
                <a:gd name="T1" fmla="*/ 40 h 40"/>
                <a:gd name="T2" fmla="*/ 0 w 29"/>
                <a:gd name="T3" fmla="*/ 0 h 40"/>
                <a:gd name="T4" fmla="*/ 29 w 29"/>
                <a:gd name="T5" fmla="*/ 0 h 40"/>
                <a:gd name="T6" fmla="*/ 29 w 29"/>
                <a:gd name="T7" fmla="*/ 3 h 40"/>
                <a:gd name="T8" fmla="*/ 29 w 29"/>
                <a:gd name="T9" fmla="*/ 5 h 40"/>
                <a:gd name="T10" fmla="*/ 6 w 29"/>
                <a:gd name="T11" fmla="*/ 5 h 40"/>
                <a:gd name="T12" fmla="*/ 6 w 29"/>
                <a:gd name="T13" fmla="*/ 16 h 40"/>
                <a:gd name="T14" fmla="*/ 27 w 29"/>
                <a:gd name="T15" fmla="*/ 16 h 40"/>
                <a:gd name="T16" fmla="*/ 27 w 29"/>
                <a:gd name="T17" fmla="*/ 19 h 40"/>
                <a:gd name="T18" fmla="*/ 27 w 29"/>
                <a:gd name="T19" fmla="*/ 21 h 40"/>
                <a:gd name="T20" fmla="*/ 6 w 29"/>
                <a:gd name="T21" fmla="*/ 21 h 40"/>
                <a:gd name="T22" fmla="*/ 6 w 29"/>
                <a:gd name="T23" fmla="*/ 35 h 40"/>
                <a:gd name="T24" fmla="*/ 29 w 29"/>
                <a:gd name="T25" fmla="*/ 35 h 40"/>
                <a:gd name="T26" fmla="*/ 29 w 29"/>
                <a:gd name="T27" fmla="*/ 37 h 40"/>
                <a:gd name="T28" fmla="*/ 29 w 29"/>
                <a:gd name="T29" fmla="*/ 40 h 40"/>
                <a:gd name="T30" fmla="*/ 0 w 29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lnTo>
                    <a:pt x="0" y="0"/>
                  </a:lnTo>
                  <a:lnTo>
                    <a:pt x="29" y="0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29" y="35"/>
                  </a:lnTo>
                  <a:lnTo>
                    <a:pt x="29" y="37"/>
                  </a:lnTo>
                  <a:lnTo>
                    <a:pt x="29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90">
              <a:extLst>
                <a:ext uri="{FF2B5EF4-FFF2-40B4-BE49-F238E27FC236}">
                  <a16:creationId xmlns:a16="http://schemas.microsoft.com/office/drawing/2014/main" id="{79DEE1DD-01C2-4B73-A6CD-DE0BE6BB7E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2" y="933"/>
              <a:ext cx="22" cy="40"/>
            </a:xfrm>
            <a:custGeom>
              <a:avLst/>
              <a:gdLst>
                <a:gd name="T0" fmla="*/ 14 w 18"/>
                <a:gd name="T1" fmla="*/ 0 h 32"/>
                <a:gd name="T2" fmla="*/ 16 w 18"/>
                <a:gd name="T3" fmla="*/ 0 h 32"/>
                <a:gd name="T4" fmla="*/ 18 w 18"/>
                <a:gd name="T5" fmla="*/ 0 h 32"/>
                <a:gd name="T6" fmla="*/ 18 w 18"/>
                <a:gd name="T7" fmla="*/ 23 h 32"/>
                <a:gd name="T8" fmla="*/ 16 w 18"/>
                <a:gd name="T9" fmla="*/ 30 h 32"/>
                <a:gd name="T10" fmla="*/ 9 w 18"/>
                <a:gd name="T11" fmla="*/ 32 h 32"/>
                <a:gd name="T12" fmla="*/ 2 w 18"/>
                <a:gd name="T13" fmla="*/ 30 h 32"/>
                <a:gd name="T14" fmla="*/ 0 w 18"/>
                <a:gd name="T15" fmla="*/ 23 h 32"/>
                <a:gd name="T16" fmla="*/ 0 w 18"/>
                <a:gd name="T17" fmla="*/ 21 h 32"/>
                <a:gd name="T18" fmla="*/ 4 w 18"/>
                <a:gd name="T19" fmla="*/ 21 h 32"/>
                <a:gd name="T20" fmla="*/ 4 w 18"/>
                <a:gd name="T21" fmla="*/ 23 h 32"/>
                <a:gd name="T22" fmla="*/ 6 w 18"/>
                <a:gd name="T23" fmla="*/ 27 h 32"/>
                <a:gd name="T24" fmla="*/ 9 w 18"/>
                <a:gd name="T25" fmla="*/ 29 h 32"/>
                <a:gd name="T26" fmla="*/ 13 w 18"/>
                <a:gd name="T27" fmla="*/ 27 h 32"/>
                <a:gd name="T28" fmla="*/ 14 w 18"/>
                <a:gd name="T29" fmla="*/ 23 h 32"/>
                <a:gd name="T30" fmla="*/ 14 w 18"/>
                <a:gd name="T3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32">
                  <a:moveTo>
                    <a:pt x="1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6"/>
                    <a:pt x="18" y="28"/>
                    <a:pt x="16" y="30"/>
                  </a:cubicBezTo>
                  <a:cubicBezTo>
                    <a:pt x="14" y="32"/>
                    <a:pt x="12" y="32"/>
                    <a:pt x="9" y="32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5"/>
                    <a:pt x="5" y="26"/>
                    <a:pt x="6" y="27"/>
                  </a:cubicBezTo>
                  <a:cubicBezTo>
                    <a:pt x="6" y="28"/>
                    <a:pt x="8" y="29"/>
                    <a:pt x="9" y="29"/>
                  </a:cubicBezTo>
                  <a:cubicBezTo>
                    <a:pt x="11" y="29"/>
                    <a:pt x="12" y="28"/>
                    <a:pt x="13" y="27"/>
                  </a:cubicBezTo>
                  <a:cubicBezTo>
                    <a:pt x="14" y="26"/>
                    <a:pt x="14" y="24"/>
                    <a:pt x="14" y="23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91">
              <a:extLst>
                <a:ext uri="{FF2B5EF4-FFF2-40B4-BE49-F238E27FC236}">
                  <a16:creationId xmlns:a16="http://schemas.microsoft.com/office/drawing/2014/main" id="{010AA1A6-E46A-4F75-88C5-A56342E57C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9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3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3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92">
              <a:extLst>
                <a:ext uri="{FF2B5EF4-FFF2-40B4-BE49-F238E27FC236}">
                  <a16:creationId xmlns:a16="http://schemas.microsoft.com/office/drawing/2014/main" id="{C52736F8-DD1E-4205-B22C-019116B72B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" y="933"/>
              <a:ext cx="36" cy="40"/>
            </a:xfrm>
            <a:custGeom>
              <a:avLst/>
              <a:gdLst>
                <a:gd name="T0" fmla="*/ 15 w 36"/>
                <a:gd name="T1" fmla="*/ 0 h 40"/>
                <a:gd name="T2" fmla="*/ 19 w 36"/>
                <a:gd name="T3" fmla="*/ 0 h 40"/>
                <a:gd name="T4" fmla="*/ 21 w 36"/>
                <a:gd name="T5" fmla="*/ 0 h 40"/>
                <a:gd name="T6" fmla="*/ 36 w 36"/>
                <a:gd name="T7" fmla="*/ 40 h 40"/>
                <a:gd name="T8" fmla="*/ 33 w 36"/>
                <a:gd name="T9" fmla="*/ 40 h 40"/>
                <a:gd name="T10" fmla="*/ 30 w 36"/>
                <a:gd name="T11" fmla="*/ 40 h 40"/>
                <a:gd name="T12" fmla="*/ 26 w 36"/>
                <a:gd name="T13" fmla="*/ 27 h 40"/>
                <a:gd name="T14" fmla="*/ 10 w 36"/>
                <a:gd name="T15" fmla="*/ 27 h 40"/>
                <a:gd name="T16" fmla="*/ 7 w 36"/>
                <a:gd name="T17" fmla="*/ 40 h 40"/>
                <a:gd name="T18" fmla="*/ 4 w 36"/>
                <a:gd name="T19" fmla="*/ 40 h 40"/>
                <a:gd name="T20" fmla="*/ 0 w 36"/>
                <a:gd name="T21" fmla="*/ 40 h 40"/>
                <a:gd name="T22" fmla="*/ 15 w 36"/>
                <a:gd name="T23" fmla="*/ 0 h 40"/>
                <a:gd name="T24" fmla="*/ 12 w 36"/>
                <a:gd name="T25" fmla="*/ 24 h 40"/>
                <a:gd name="T26" fmla="*/ 24 w 36"/>
                <a:gd name="T27" fmla="*/ 24 h 40"/>
                <a:gd name="T28" fmla="*/ 19 w 36"/>
                <a:gd name="T29" fmla="*/ 5 h 40"/>
                <a:gd name="T30" fmla="*/ 19 w 36"/>
                <a:gd name="T31" fmla="*/ 5 h 40"/>
                <a:gd name="T32" fmla="*/ 12 w 36"/>
                <a:gd name="T33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40">
                  <a:moveTo>
                    <a:pt x="15" y="0"/>
                  </a:moveTo>
                  <a:lnTo>
                    <a:pt x="19" y="0"/>
                  </a:lnTo>
                  <a:lnTo>
                    <a:pt x="21" y="0"/>
                  </a:lnTo>
                  <a:lnTo>
                    <a:pt x="36" y="40"/>
                  </a:lnTo>
                  <a:lnTo>
                    <a:pt x="33" y="40"/>
                  </a:lnTo>
                  <a:lnTo>
                    <a:pt x="30" y="40"/>
                  </a:lnTo>
                  <a:lnTo>
                    <a:pt x="26" y="27"/>
                  </a:lnTo>
                  <a:lnTo>
                    <a:pt x="10" y="27"/>
                  </a:lnTo>
                  <a:lnTo>
                    <a:pt x="7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15" y="0"/>
                  </a:lnTo>
                  <a:close/>
                  <a:moveTo>
                    <a:pt x="12" y="24"/>
                  </a:moveTo>
                  <a:lnTo>
                    <a:pt x="24" y="2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2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93">
              <a:extLst>
                <a:ext uri="{FF2B5EF4-FFF2-40B4-BE49-F238E27FC236}">
                  <a16:creationId xmlns:a16="http://schemas.microsoft.com/office/drawing/2014/main" id="{BCAE0993-9F35-49E9-8612-7A3460FF0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1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3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4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9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9 w 31"/>
                <a:gd name="T23" fmla="*/ 40 h 40"/>
                <a:gd name="T24" fmla="*/ 26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9" y="40"/>
                  </a:lnTo>
                  <a:lnTo>
                    <a:pt x="26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94">
              <a:extLst>
                <a:ext uri="{FF2B5EF4-FFF2-40B4-BE49-F238E27FC236}">
                  <a16:creationId xmlns:a16="http://schemas.microsoft.com/office/drawing/2014/main" id="{08903417-CDA2-4B5C-8663-742A77050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932"/>
              <a:ext cx="36" cy="41"/>
            </a:xfrm>
            <a:custGeom>
              <a:avLst/>
              <a:gdLst>
                <a:gd name="T0" fmla="*/ 15 w 29"/>
                <a:gd name="T1" fmla="*/ 33 h 33"/>
                <a:gd name="T2" fmla="*/ 4 w 29"/>
                <a:gd name="T3" fmla="*/ 29 h 33"/>
                <a:gd name="T4" fmla="*/ 0 w 29"/>
                <a:gd name="T5" fmla="*/ 17 h 33"/>
                <a:gd name="T6" fmla="*/ 4 w 29"/>
                <a:gd name="T7" fmla="*/ 5 h 33"/>
                <a:gd name="T8" fmla="*/ 15 w 29"/>
                <a:gd name="T9" fmla="*/ 0 h 33"/>
                <a:gd name="T10" fmla="*/ 24 w 29"/>
                <a:gd name="T11" fmla="*/ 3 h 33"/>
                <a:gd name="T12" fmla="*/ 28 w 29"/>
                <a:gd name="T13" fmla="*/ 10 h 33"/>
                <a:gd name="T14" fmla="*/ 24 w 29"/>
                <a:gd name="T15" fmla="*/ 10 h 33"/>
                <a:gd name="T16" fmla="*/ 21 w 29"/>
                <a:gd name="T17" fmla="*/ 5 h 33"/>
                <a:gd name="T18" fmla="*/ 15 w 29"/>
                <a:gd name="T19" fmla="*/ 4 h 33"/>
                <a:gd name="T20" fmla="*/ 7 w 29"/>
                <a:gd name="T21" fmla="*/ 7 h 33"/>
                <a:gd name="T22" fmla="*/ 4 w 29"/>
                <a:gd name="T23" fmla="*/ 17 h 33"/>
                <a:gd name="T24" fmla="*/ 7 w 29"/>
                <a:gd name="T25" fmla="*/ 26 h 33"/>
                <a:gd name="T26" fmla="*/ 15 w 29"/>
                <a:gd name="T27" fmla="*/ 30 h 33"/>
                <a:gd name="T28" fmla="*/ 23 w 29"/>
                <a:gd name="T29" fmla="*/ 26 h 33"/>
                <a:gd name="T30" fmla="*/ 24 w 29"/>
                <a:gd name="T31" fmla="*/ 25 h 33"/>
                <a:gd name="T32" fmla="*/ 25 w 29"/>
                <a:gd name="T33" fmla="*/ 23 h 33"/>
                <a:gd name="T34" fmla="*/ 25 w 29"/>
                <a:gd name="T35" fmla="*/ 20 h 33"/>
                <a:gd name="T36" fmla="*/ 25 w 29"/>
                <a:gd name="T37" fmla="*/ 19 h 33"/>
                <a:gd name="T38" fmla="*/ 15 w 29"/>
                <a:gd name="T39" fmla="*/ 19 h 33"/>
                <a:gd name="T40" fmla="*/ 15 w 29"/>
                <a:gd name="T41" fmla="*/ 16 h 33"/>
                <a:gd name="T42" fmla="*/ 29 w 29"/>
                <a:gd name="T43" fmla="*/ 16 h 33"/>
                <a:gd name="T44" fmla="*/ 29 w 29"/>
                <a:gd name="T45" fmla="*/ 32 h 33"/>
                <a:gd name="T46" fmla="*/ 26 w 29"/>
                <a:gd name="T47" fmla="*/ 32 h 33"/>
                <a:gd name="T48" fmla="*/ 25 w 29"/>
                <a:gd name="T49" fmla="*/ 28 h 33"/>
                <a:gd name="T50" fmla="*/ 25 w 29"/>
                <a:gd name="T51" fmla="*/ 29 h 33"/>
                <a:gd name="T52" fmla="*/ 15 w 29"/>
                <a:gd name="T5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3">
                  <a:moveTo>
                    <a:pt x="15" y="33"/>
                  </a:moveTo>
                  <a:cubicBezTo>
                    <a:pt x="10" y="33"/>
                    <a:pt x="7" y="32"/>
                    <a:pt x="4" y="29"/>
                  </a:cubicBezTo>
                  <a:cubicBezTo>
                    <a:pt x="1" y="26"/>
                    <a:pt x="0" y="22"/>
                    <a:pt x="0" y="17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1"/>
                    <a:pt x="10" y="0"/>
                    <a:pt x="15" y="0"/>
                  </a:cubicBezTo>
                  <a:cubicBezTo>
                    <a:pt x="18" y="0"/>
                    <a:pt x="21" y="1"/>
                    <a:pt x="24" y="3"/>
                  </a:cubicBezTo>
                  <a:cubicBezTo>
                    <a:pt x="26" y="5"/>
                    <a:pt x="28" y="7"/>
                    <a:pt x="28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8"/>
                    <a:pt x="23" y="7"/>
                    <a:pt x="21" y="5"/>
                  </a:cubicBezTo>
                  <a:cubicBezTo>
                    <a:pt x="19" y="4"/>
                    <a:pt x="17" y="4"/>
                    <a:pt x="15" y="4"/>
                  </a:cubicBez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1"/>
                    <a:pt x="5" y="24"/>
                    <a:pt x="7" y="26"/>
                  </a:cubicBezTo>
                  <a:cubicBezTo>
                    <a:pt x="9" y="29"/>
                    <a:pt x="12" y="30"/>
                    <a:pt x="15" y="30"/>
                  </a:cubicBezTo>
                  <a:cubicBezTo>
                    <a:pt x="18" y="30"/>
                    <a:pt x="21" y="29"/>
                    <a:pt x="23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4" y="24"/>
                    <a:pt x="24" y="24"/>
                    <a:pt x="25" y="23"/>
                  </a:cubicBezTo>
                  <a:cubicBezTo>
                    <a:pt x="25" y="22"/>
                    <a:pt x="25" y="21"/>
                    <a:pt x="25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2" y="32"/>
                    <a:pt x="19" y="33"/>
                    <a:pt x="15" y="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95">
              <a:extLst>
                <a:ext uri="{FF2B5EF4-FFF2-40B4-BE49-F238E27FC236}">
                  <a16:creationId xmlns:a16="http://schemas.microsoft.com/office/drawing/2014/main" id="{6DAE163C-9373-4D54-80DA-79F3026765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60" y="933"/>
              <a:ext cx="31" cy="40"/>
            </a:xfrm>
            <a:custGeom>
              <a:avLst/>
              <a:gdLst>
                <a:gd name="T0" fmla="*/ 25 w 25"/>
                <a:gd name="T1" fmla="*/ 20 h 32"/>
                <a:gd name="T2" fmla="*/ 21 w 25"/>
                <a:gd name="T3" fmla="*/ 29 h 32"/>
                <a:gd name="T4" fmla="*/ 12 w 25"/>
                <a:gd name="T5" fmla="*/ 32 h 32"/>
                <a:gd name="T6" fmla="*/ 3 w 25"/>
                <a:gd name="T7" fmla="*/ 29 h 32"/>
                <a:gd name="T8" fmla="*/ 0 w 25"/>
                <a:gd name="T9" fmla="*/ 20 h 32"/>
                <a:gd name="T10" fmla="*/ 0 w 25"/>
                <a:gd name="T11" fmla="*/ 0 h 32"/>
                <a:gd name="T12" fmla="*/ 2 w 25"/>
                <a:gd name="T13" fmla="*/ 0 h 32"/>
                <a:gd name="T14" fmla="*/ 4 w 25"/>
                <a:gd name="T15" fmla="*/ 0 h 32"/>
                <a:gd name="T16" fmla="*/ 4 w 25"/>
                <a:gd name="T17" fmla="*/ 20 h 32"/>
                <a:gd name="T18" fmla="*/ 6 w 25"/>
                <a:gd name="T19" fmla="*/ 26 h 32"/>
                <a:gd name="T20" fmla="*/ 12 w 25"/>
                <a:gd name="T21" fmla="*/ 29 h 32"/>
                <a:gd name="T22" fmla="*/ 18 w 25"/>
                <a:gd name="T23" fmla="*/ 26 h 32"/>
                <a:gd name="T24" fmla="*/ 20 w 25"/>
                <a:gd name="T25" fmla="*/ 20 h 32"/>
                <a:gd name="T26" fmla="*/ 20 w 25"/>
                <a:gd name="T27" fmla="*/ 0 h 32"/>
                <a:gd name="T28" fmla="*/ 22 w 25"/>
                <a:gd name="T29" fmla="*/ 0 h 32"/>
                <a:gd name="T30" fmla="*/ 25 w 25"/>
                <a:gd name="T31" fmla="*/ 0 h 32"/>
                <a:gd name="T32" fmla="*/ 25 w 25"/>
                <a:gd name="T33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2">
                  <a:moveTo>
                    <a:pt x="25" y="20"/>
                  </a:moveTo>
                  <a:cubicBezTo>
                    <a:pt x="25" y="24"/>
                    <a:pt x="23" y="27"/>
                    <a:pt x="21" y="29"/>
                  </a:cubicBezTo>
                  <a:cubicBezTo>
                    <a:pt x="19" y="31"/>
                    <a:pt x="16" y="32"/>
                    <a:pt x="12" y="32"/>
                  </a:cubicBezTo>
                  <a:cubicBezTo>
                    <a:pt x="8" y="32"/>
                    <a:pt x="5" y="31"/>
                    <a:pt x="3" y="29"/>
                  </a:cubicBezTo>
                  <a:cubicBezTo>
                    <a:pt x="1" y="27"/>
                    <a:pt x="0" y="24"/>
                    <a:pt x="0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3"/>
                    <a:pt x="5" y="25"/>
                    <a:pt x="6" y="26"/>
                  </a:cubicBezTo>
                  <a:cubicBezTo>
                    <a:pt x="7" y="28"/>
                    <a:pt x="9" y="29"/>
                    <a:pt x="12" y="29"/>
                  </a:cubicBezTo>
                  <a:cubicBezTo>
                    <a:pt x="15" y="29"/>
                    <a:pt x="17" y="28"/>
                    <a:pt x="18" y="26"/>
                  </a:cubicBezTo>
                  <a:cubicBezTo>
                    <a:pt x="20" y="25"/>
                    <a:pt x="20" y="23"/>
                    <a:pt x="20" y="2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2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96">
              <a:extLst>
                <a:ext uri="{FF2B5EF4-FFF2-40B4-BE49-F238E27FC236}">
                  <a16:creationId xmlns:a16="http://schemas.microsoft.com/office/drawing/2014/main" id="{5E76BFC7-2013-43FB-854A-4415FCE2F7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06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2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2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8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8 w 31"/>
                <a:gd name="T23" fmla="*/ 40 h 40"/>
                <a:gd name="T24" fmla="*/ 25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5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97">
              <a:extLst>
                <a:ext uri="{FF2B5EF4-FFF2-40B4-BE49-F238E27FC236}">
                  <a16:creationId xmlns:a16="http://schemas.microsoft.com/office/drawing/2014/main" id="{8AFBC41A-7495-4D2D-BE77-66A1AB944E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2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98">
              <a:extLst>
                <a:ext uri="{FF2B5EF4-FFF2-40B4-BE49-F238E27FC236}">
                  <a16:creationId xmlns:a16="http://schemas.microsoft.com/office/drawing/2014/main" id="{D09FB162-D409-4711-8412-06A1353A31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7" y="933"/>
              <a:ext cx="34" cy="40"/>
            </a:xfrm>
            <a:custGeom>
              <a:avLst/>
              <a:gdLst>
                <a:gd name="T0" fmla="*/ 0 w 34"/>
                <a:gd name="T1" fmla="*/ 0 h 40"/>
                <a:gd name="T2" fmla="*/ 3 w 34"/>
                <a:gd name="T3" fmla="*/ 0 h 40"/>
                <a:gd name="T4" fmla="*/ 6 w 34"/>
                <a:gd name="T5" fmla="*/ 0 h 40"/>
                <a:gd name="T6" fmla="*/ 17 w 34"/>
                <a:gd name="T7" fmla="*/ 34 h 40"/>
                <a:gd name="T8" fmla="*/ 17 w 34"/>
                <a:gd name="T9" fmla="*/ 34 h 40"/>
                <a:gd name="T10" fmla="*/ 28 w 34"/>
                <a:gd name="T11" fmla="*/ 0 h 40"/>
                <a:gd name="T12" fmla="*/ 32 w 34"/>
                <a:gd name="T13" fmla="*/ 0 h 40"/>
                <a:gd name="T14" fmla="*/ 34 w 34"/>
                <a:gd name="T15" fmla="*/ 0 h 40"/>
                <a:gd name="T16" fmla="*/ 21 w 34"/>
                <a:gd name="T17" fmla="*/ 40 h 40"/>
                <a:gd name="T18" fmla="*/ 17 w 34"/>
                <a:gd name="T19" fmla="*/ 40 h 40"/>
                <a:gd name="T20" fmla="*/ 15 w 34"/>
                <a:gd name="T21" fmla="*/ 40 h 40"/>
                <a:gd name="T22" fmla="*/ 0 w 34"/>
                <a:gd name="T2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" h="40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1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99">
              <a:extLst>
                <a:ext uri="{FF2B5EF4-FFF2-40B4-BE49-F238E27FC236}">
                  <a16:creationId xmlns:a16="http://schemas.microsoft.com/office/drawing/2014/main" id="{A0A56EEB-FC0B-4ABC-9E2C-EE345582F9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1" y="933"/>
              <a:ext cx="30" cy="40"/>
            </a:xfrm>
            <a:custGeom>
              <a:avLst/>
              <a:gdLst>
                <a:gd name="T0" fmla="*/ 0 w 30"/>
                <a:gd name="T1" fmla="*/ 40 h 40"/>
                <a:gd name="T2" fmla="*/ 0 w 30"/>
                <a:gd name="T3" fmla="*/ 0 h 40"/>
                <a:gd name="T4" fmla="*/ 30 w 30"/>
                <a:gd name="T5" fmla="*/ 0 h 40"/>
                <a:gd name="T6" fmla="*/ 30 w 30"/>
                <a:gd name="T7" fmla="*/ 3 h 40"/>
                <a:gd name="T8" fmla="*/ 30 w 30"/>
                <a:gd name="T9" fmla="*/ 5 h 40"/>
                <a:gd name="T10" fmla="*/ 6 w 30"/>
                <a:gd name="T11" fmla="*/ 5 h 40"/>
                <a:gd name="T12" fmla="*/ 6 w 30"/>
                <a:gd name="T13" fmla="*/ 16 h 40"/>
                <a:gd name="T14" fmla="*/ 27 w 30"/>
                <a:gd name="T15" fmla="*/ 16 h 40"/>
                <a:gd name="T16" fmla="*/ 27 w 30"/>
                <a:gd name="T17" fmla="*/ 19 h 40"/>
                <a:gd name="T18" fmla="*/ 27 w 30"/>
                <a:gd name="T19" fmla="*/ 21 h 40"/>
                <a:gd name="T20" fmla="*/ 6 w 30"/>
                <a:gd name="T21" fmla="*/ 21 h 40"/>
                <a:gd name="T22" fmla="*/ 6 w 30"/>
                <a:gd name="T23" fmla="*/ 35 h 40"/>
                <a:gd name="T24" fmla="*/ 30 w 30"/>
                <a:gd name="T25" fmla="*/ 35 h 40"/>
                <a:gd name="T26" fmla="*/ 30 w 30"/>
                <a:gd name="T27" fmla="*/ 37 h 40"/>
                <a:gd name="T28" fmla="*/ 30 w 30"/>
                <a:gd name="T29" fmla="*/ 40 h 40"/>
                <a:gd name="T30" fmla="*/ 0 w 30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40">
                  <a:moveTo>
                    <a:pt x="0" y="40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30" y="35"/>
                  </a:lnTo>
                  <a:lnTo>
                    <a:pt x="30" y="37"/>
                  </a:lnTo>
                  <a:lnTo>
                    <a:pt x="30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100">
              <a:extLst>
                <a:ext uri="{FF2B5EF4-FFF2-40B4-BE49-F238E27FC236}">
                  <a16:creationId xmlns:a16="http://schemas.microsoft.com/office/drawing/2014/main" id="{515DC53A-290B-4BCD-A377-F29BC3F3B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55" y="933"/>
              <a:ext cx="33" cy="40"/>
            </a:xfrm>
            <a:custGeom>
              <a:avLst/>
              <a:gdLst>
                <a:gd name="T0" fmla="*/ 0 w 27"/>
                <a:gd name="T1" fmla="*/ 0 h 32"/>
                <a:gd name="T2" fmla="*/ 2 w 27"/>
                <a:gd name="T3" fmla="*/ 0 h 32"/>
                <a:gd name="T4" fmla="*/ 15 w 27"/>
                <a:gd name="T5" fmla="*/ 0 h 32"/>
                <a:gd name="T6" fmla="*/ 23 w 27"/>
                <a:gd name="T7" fmla="*/ 2 h 32"/>
                <a:gd name="T8" fmla="*/ 25 w 27"/>
                <a:gd name="T9" fmla="*/ 8 h 32"/>
                <a:gd name="T10" fmla="*/ 23 w 27"/>
                <a:gd name="T11" fmla="*/ 15 h 32"/>
                <a:gd name="T12" fmla="*/ 21 w 27"/>
                <a:gd name="T13" fmla="*/ 16 h 32"/>
                <a:gd name="T14" fmla="*/ 22 w 27"/>
                <a:gd name="T15" fmla="*/ 16 h 32"/>
                <a:gd name="T16" fmla="*/ 25 w 27"/>
                <a:gd name="T17" fmla="*/ 22 h 32"/>
                <a:gd name="T18" fmla="*/ 25 w 27"/>
                <a:gd name="T19" fmla="*/ 28 h 32"/>
                <a:gd name="T20" fmla="*/ 25 w 27"/>
                <a:gd name="T21" fmla="*/ 30 h 32"/>
                <a:gd name="T22" fmla="*/ 27 w 27"/>
                <a:gd name="T23" fmla="*/ 31 h 32"/>
                <a:gd name="T24" fmla="*/ 27 w 27"/>
                <a:gd name="T25" fmla="*/ 31 h 32"/>
                <a:gd name="T26" fmla="*/ 21 w 27"/>
                <a:gd name="T27" fmla="*/ 31 h 32"/>
                <a:gd name="T28" fmla="*/ 21 w 27"/>
                <a:gd name="T29" fmla="*/ 29 h 32"/>
                <a:gd name="T30" fmla="*/ 21 w 27"/>
                <a:gd name="T31" fmla="*/ 26 h 32"/>
                <a:gd name="T32" fmla="*/ 21 w 27"/>
                <a:gd name="T33" fmla="*/ 23 h 32"/>
                <a:gd name="T34" fmla="*/ 19 w 27"/>
                <a:gd name="T35" fmla="*/ 19 h 32"/>
                <a:gd name="T36" fmla="*/ 15 w 27"/>
                <a:gd name="T37" fmla="*/ 18 h 32"/>
                <a:gd name="T38" fmla="*/ 4 w 27"/>
                <a:gd name="T39" fmla="*/ 18 h 32"/>
                <a:gd name="T40" fmla="*/ 4 w 27"/>
                <a:gd name="T41" fmla="*/ 32 h 32"/>
                <a:gd name="T42" fmla="*/ 2 w 27"/>
                <a:gd name="T43" fmla="*/ 32 h 32"/>
                <a:gd name="T44" fmla="*/ 0 w 27"/>
                <a:gd name="T45" fmla="*/ 32 h 32"/>
                <a:gd name="T46" fmla="*/ 0 w 27"/>
                <a:gd name="T47" fmla="*/ 0 h 32"/>
                <a:gd name="T48" fmla="*/ 4 w 27"/>
                <a:gd name="T49" fmla="*/ 14 h 32"/>
                <a:gd name="T50" fmla="*/ 15 w 27"/>
                <a:gd name="T51" fmla="*/ 14 h 32"/>
                <a:gd name="T52" fmla="*/ 19 w 27"/>
                <a:gd name="T53" fmla="*/ 13 h 32"/>
                <a:gd name="T54" fmla="*/ 21 w 27"/>
                <a:gd name="T55" fmla="*/ 9 h 32"/>
                <a:gd name="T56" fmla="*/ 19 w 27"/>
                <a:gd name="T57" fmla="*/ 5 h 32"/>
                <a:gd name="T58" fmla="*/ 15 w 27"/>
                <a:gd name="T59" fmla="*/ 3 h 32"/>
                <a:gd name="T60" fmla="*/ 4 w 27"/>
                <a:gd name="T61" fmla="*/ 3 h 32"/>
                <a:gd name="T62" fmla="*/ 4 w 27"/>
                <a:gd name="T63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" h="32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0"/>
                    <a:pt x="21" y="1"/>
                    <a:pt x="23" y="2"/>
                  </a:cubicBezTo>
                  <a:cubicBezTo>
                    <a:pt x="24" y="3"/>
                    <a:pt x="25" y="6"/>
                    <a:pt x="25" y="8"/>
                  </a:cubicBezTo>
                  <a:cubicBezTo>
                    <a:pt x="25" y="11"/>
                    <a:pt x="24" y="13"/>
                    <a:pt x="23" y="15"/>
                  </a:cubicBezTo>
                  <a:cubicBezTo>
                    <a:pt x="22" y="15"/>
                    <a:pt x="22" y="16"/>
                    <a:pt x="21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4" y="17"/>
                    <a:pt x="25" y="19"/>
                    <a:pt x="25" y="2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0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1" y="31"/>
                    <a:pt x="21" y="31"/>
                    <a:pt x="21" y="29"/>
                  </a:cubicBezTo>
                  <a:cubicBezTo>
                    <a:pt x="21" y="28"/>
                    <a:pt x="21" y="27"/>
                    <a:pt x="21" y="26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1"/>
                    <a:pt x="20" y="20"/>
                    <a:pt x="19" y="19"/>
                  </a:cubicBezTo>
                  <a:cubicBezTo>
                    <a:pt x="18" y="18"/>
                    <a:pt x="17" y="18"/>
                    <a:pt x="1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  <a:moveTo>
                    <a:pt x="4" y="14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9" y="14"/>
                    <a:pt x="19" y="13"/>
                  </a:cubicBezTo>
                  <a:cubicBezTo>
                    <a:pt x="20" y="12"/>
                    <a:pt x="21" y="11"/>
                    <a:pt x="21" y="9"/>
                  </a:cubicBezTo>
                  <a:cubicBezTo>
                    <a:pt x="21" y="7"/>
                    <a:pt x="20" y="5"/>
                    <a:pt x="19" y="5"/>
                  </a:cubicBezTo>
                  <a:cubicBezTo>
                    <a:pt x="18" y="4"/>
                    <a:pt x="17" y="3"/>
                    <a:pt x="15" y="3"/>
                  </a:cubicBezTo>
                  <a:cubicBezTo>
                    <a:pt x="4" y="3"/>
                    <a:pt x="4" y="3"/>
                    <a:pt x="4" y="3"/>
                  </a:cubicBezTo>
                  <a:lnTo>
                    <a:pt x="4" y="1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01">
              <a:extLst>
                <a:ext uri="{FF2B5EF4-FFF2-40B4-BE49-F238E27FC236}">
                  <a16:creationId xmlns:a16="http://schemas.microsoft.com/office/drawing/2014/main" id="{43C182AC-B9CB-4033-809E-037CC73333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932"/>
              <a:ext cx="31" cy="41"/>
            </a:xfrm>
            <a:custGeom>
              <a:avLst/>
              <a:gdLst>
                <a:gd name="T0" fmla="*/ 20 w 25"/>
                <a:gd name="T1" fmla="*/ 10 h 33"/>
                <a:gd name="T2" fmla="*/ 18 w 25"/>
                <a:gd name="T3" fmla="*/ 5 h 33"/>
                <a:gd name="T4" fmla="*/ 12 w 25"/>
                <a:gd name="T5" fmla="*/ 4 h 33"/>
                <a:gd name="T6" fmla="*/ 7 w 25"/>
                <a:gd name="T7" fmla="*/ 5 h 33"/>
                <a:gd name="T8" fmla="*/ 5 w 25"/>
                <a:gd name="T9" fmla="*/ 9 h 33"/>
                <a:gd name="T10" fmla="*/ 6 w 25"/>
                <a:gd name="T11" fmla="*/ 12 h 33"/>
                <a:gd name="T12" fmla="*/ 11 w 25"/>
                <a:gd name="T13" fmla="*/ 14 h 33"/>
                <a:gd name="T14" fmla="*/ 17 w 25"/>
                <a:gd name="T15" fmla="*/ 15 h 33"/>
                <a:gd name="T16" fmla="*/ 23 w 25"/>
                <a:gd name="T17" fmla="*/ 18 h 33"/>
                <a:gd name="T18" fmla="*/ 25 w 25"/>
                <a:gd name="T19" fmla="*/ 24 h 33"/>
                <a:gd name="T20" fmla="*/ 22 w 25"/>
                <a:gd name="T21" fmla="*/ 31 h 33"/>
                <a:gd name="T22" fmla="*/ 13 w 25"/>
                <a:gd name="T23" fmla="*/ 33 h 33"/>
                <a:gd name="T24" fmla="*/ 3 w 25"/>
                <a:gd name="T25" fmla="*/ 30 h 33"/>
                <a:gd name="T26" fmla="*/ 0 w 25"/>
                <a:gd name="T27" fmla="*/ 23 h 33"/>
                <a:gd name="T28" fmla="*/ 0 w 25"/>
                <a:gd name="T29" fmla="*/ 22 h 33"/>
                <a:gd name="T30" fmla="*/ 4 w 25"/>
                <a:gd name="T31" fmla="*/ 22 h 33"/>
                <a:gd name="T32" fmla="*/ 6 w 25"/>
                <a:gd name="T33" fmla="*/ 28 h 33"/>
                <a:gd name="T34" fmla="*/ 13 w 25"/>
                <a:gd name="T35" fmla="*/ 30 h 33"/>
                <a:gd name="T36" fmla="*/ 19 w 25"/>
                <a:gd name="T37" fmla="*/ 28 h 33"/>
                <a:gd name="T38" fmla="*/ 21 w 25"/>
                <a:gd name="T39" fmla="*/ 24 h 33"/>
                <a:gd name="T40" fmla="*/ 20 w 25"/>
                <a:gd name="T41" fmla="*/ 21 h 33"/>
                <a:gd name="T42" fmla="*/ 14 w 25"/>
                <a:gd name="T43" fmla="*/ 19 h 33"/>
                <a:gd name="T44" fmla="*/ 9 w 25"/>
                <a:gd name="T45" fmla="*/ 17 h 33"/>
                <a:gd name="T46" fmla="*/ 3 w 25"/>
                <a:gd name="T47" fmla="*/ 15 h 33"/>
                <a:gd name="T48" fmla="*/ 1 w 25"/>
                <a:gd name="T49" fmla="*/ 10 h 33"/>
                <a:gd name="T50" fmla="*/ 4 w 25"/>
                <a:gd name="T51" fmla="*/ 3 h 33"/>
                <a:gd name="T52" fmla="*/ 12 w 25"/>
                <a:gd name="T53" fmla="*/ 0 h 33"/>
                <a:gd name="T54" fmla="*/ 21 w 25"/>
                <a:gd name="T55" fmla="*/ 3 h 33"/>
                <a:gd name="T56" fmla="*/ 24 w 25"/>
                <a:gd name="T57" fmla="*/ 10 h 33"/>
                <a:gd name="T58" fmla="*/ 20 w 25"/>
                <a:gd name="T59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" h="33">
                  <a:moveTo>
                    <a:pt x="20" y="10"/>
                  </a:moveTo>
                  <a:cubicBezTo>
                    <a:pt x="20" y="8"/>
                    <a:pt x="19" y="6"/>
                    <a:pt x="18" y="5"/>
                  </a:cubicBezTo>
                  <a:cubicBezTo>
                    <a:pt x="17" y="4"/>
                    <a:pt x="15" y="4"/>
                    <a:pt x="12" y="4"/>
                  </a:cubicBezTo>
                  <a:cubicBezTo>
                    <a:pt x="10" y="4"/>
                    <a:pt x="8" y="4"/>
                    <a:pt x="7" y="5"/>
                  </a:cubicBezTo>
                  <a:cubicBezTo>
                    <a:pt x="6" y="6"/>
                    <a:pt x="5" y="7"/>
                    <a:pt x="5" y="9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7" y="13"/>
                    <a:pt x="9" y="13"/>
                    <a:pt x="11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20" y="16"/>
                    <a:pt x="22" y="17"/>
                    <a:pt x="23" y="18"/>
                  </a:cubicBezTo>
                  <a:cubicBezTo>
                    <a:pt x="24" y="20"/>
                    <a:pt x="25" y="22"/>
                    <a:pt x="25" y="24"/>
                  </a:cubicBezTo>
                  <a:cubicBezTo>
                    <a:pt x="25" y="27"/>
                    <a:pt x="24" y="29"/>
                    <a:pt x="22" y="31"/>
                  </a:cubicBezTo>
                  <a:cubicBezTo>
                    <a:pt x="20" y="33"/>
                    <a:pt x="17" y="33"/>
                    <a:pt x="13" y="33"/>
                  </a:cubicBezTo>
                  <a:cubicBezTo>
                    <a:pt x="9" y="33"/>
                    <a:pt x="5" y="32"/>
                    <a:pt x="3" y="30"/>
                  </a:cubicBezTo>
                  <a:cubicBezTo>
                    <a:pt x="1" y="29"/>
                    <a:pt x="0" y="26"/>
                    <a:pt x="0" y="2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5"/>
                    <a:pt x="5" y="26"/>
                    <a:pt x="6" y="28"/>
                  </a:cubicBezTo>
                  <a:cubicBezTo>
                    <a:pt x="8" y="29"/>
                    <a:pt x="10" y="30"/>
                    <a:pt x="13" y="30"/>
                  </a:cubicBezTo>
                  <a:cubicBezTo>
                    <a:pt x="15" y="30"/>
                    <a:pt x="17" y="29"/>
                    <a:pt x="19" y="28"/>
                  </a:cubicBezTo>
                  <a:cubicBezTo>
                    <a:pt x="20" y="27"/>
                    <a:pt x="21" y="26"/>
                    <a:pt x="21" y="24"/>
                  </a:cubicBezTo>
                  <a:cubicBezTo>
                    <a:pt x="21" y="23"/>
                    <a:pt x="20" y="22"/>
                    <a:pt x="20" y="21"/>
                  </a:cubicBezTo>
                  <a:cubicBezTo>
                    <a:pt x="19" y="20"/>
                    <a:pt x="17" y="19"/>
                    <a:pt x="14" y="19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6" y="17"/>
                    <a:pt x="4" y="16"/>
                    <a:pt x="3" y="15"/>
                  </a:cubicBezTo>
                  <a:cubicBezTo>
                    <a:pt x="1" y="14"/>
                    <a:pt x="1" y="12"/>
                    <a:pt x="1" y="10"/>
                  </a:cubicBezTo>
                  <a:cubicBezTo>
                    <a:pt x="1" y="7"/>
                    <a:pt x="2" y="4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3" y="4"/>
                    <a:pt x="24" y="7"/>
                    <a:pt x="24" y="1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102">
              <a:extLst>
                <a:ext uri="{FF2B5EF4-FFF2-40B4-BE49-F238E27FC236}">
                  <a16:creationId xmlns:a16="http://schemas.microsoft.com/office/drawing/2014/main" id="{CA0469B9-9E7E-4971-8D1B-3A413794B9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4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03">
              <a:extLst>
                <a:ext uri="{FF2B5EF4-FFF2-40B4-BE49-F238E27FC236}">
                  <a16:creationId xmlns:a16="http://schemas.microsoft.com/office/drawing/2014/main" id="{90D9BB77-EE58-496F-AD2A-501FC366C1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0" y="933"/>
              <a:ext cx="32" cy="40"/>
            </a:xfrm>
            <a:custGeom>
              <a:avLst/>
              <a:gdLst>
                <a:gd name="T0" fmla="*/ 13 w 32"/>
                <a:gd name="T1" fmla="*/ 5 h 40"/>
                <a:gd name="T2" fmla="*/ 0 w 32"/>
                <a:gd name="T3" fmla="*/ 5 h 40"/>
                <a:gd name="T4" fmla="*/ 0 w 32"/>
                <a:gd name="T5" fmla="*/ 3 h 40"/>
                <a:gd name="T6" fmla="*/ 0 w 32"/>
                <a:gd name="T7" fmla="*/ 0 h 40"/>
                <a:gd name="T8" fmla="*/ 32 w 32"/>
                <a:gd name="T9" fmla="*/ 0 h 40"/>
                <a:gd name="T10" fmla="*/ 32 w 32"/>
                <a:gd name="T11" fmla="*/ 3 h 40"/>
                <a:gd name="T12" fmla="*/ 32 w 32"/>
                <a:gd name="T13" fmla="*/ 5 h 40"/>
                <a:gd name="T14" fmla="*/ 18 w 32"/>
                <a:gd name="T15" fmla="*/ 5 h 40"/>
                <a:gd name="T16" fmla="*/ 18 w 32"/>
                <a:gd name="T17" fmla="*/ 40 h 40"/>
                <a:gd name="T18" fmla="*/ 16 w 32"/>
                <a:gd name="T19" fmla="*/ 40 h 40"/>
                <a:gd name="T20" fmla="*/ 13 w 32"/>
                <a:gd name="T21" fmla="*/ 40 h 40"/>
                <a:gd name="T22" fmla="*/ 13 w 32"/>
                <a:gd name="T2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40">
                  <a:moveTo>
                    <a:pt x="13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3"/>
                  </a:lnTo>
                  <a:lnTo>
                    <a:pt x="32" y="5"/>
                  </a:lnTo>
                  <a:lnTo>
                    <a:pt x="18" y="5"/>
                  </a:lnTo>
                  <a:lnTo>
                    <a:pt x="18" y="40"/>
                  </a:lnTo>
                  <a:lnTo>
                    <a:pt x="16" y="40"/>
                  </a:lnTo>
                  <a:lnTo>
                    <a:pt x="13" y="40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104">
              <a:extLst>
                <a:ext uri="{FF2B5EF4-FFF2-40B4-BE49-F238E27FC236}">
                  <a16:creationId xmlns:a16="http://schemas.microsoft.com/office/drawing/2014/main" id="{23E2F9BE-3F09-4C1F-903B-DEDE7D143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1" y="933"/>
              <a:ext cx="34" cy="40"/>
            </a:xfrm>
            <a:custGeom>
              <a:avLst/>
              <a:gdLst>
                <a:gd name="T0" fmla="*/ 15 w 34"/>
                <a:gd name="T1" fmla="*/ 24 h 40"/>
                <a:gd name="T2" fmla="*/ 0 w 34"/>
                <a:gd name="T3" fmla="*/ 0 h 40"/>
                <a:gd name="T4" fmla="*/ 3 w 34"/>
                <a:gd name="T5" fmla="*/ 0 h 40"/>
                <a:gd name="T6" fmla="*/ 6 w 34"/>
                <a:gd name="T7" fmla="*/ 0 h 40"/>
                <a:gd name="T8" fmla="*/ 17 w 34"/>
                <a:gd name="T9" fmla="*/ 19 h 40"/>
                <a:gd name="T10" fmla="*/ 17 w 34"/>
                <a:gd name="T11" fmla="*/ 19 h 40"/>
                <a:gd name="T12" fmla="*/ 28 w 34"/>
                <a:gd name="T13" fmla="*/ 0 h 40"/>
                <a:gd name="T14" fmla="*/ 32 w 34"/>
                <a:gd name="T15" fmla="*/ 0 h 40"/>
                <a:gd name="T16" fmla="*/ 34 w 34"/>
                <a:gd name="T17" fmla="*/ 0 h 40"/>
                <a:gd name="T18" fmla="*/ 20 w 34"/>
                <a:gd name="T19" fmla="*/ 24 h 40"/>
                <a:gd name="T20" fmla="*/ 20 w 34"/>
                <a:gd name="T21" fmla="*/ 40 h 40"/>
                <a:gd name="T22" fmla="*/ 17 w 34"/>
                <a:gd name="T23" fmla="*/ 40 h 40"/>
                <a:gd name="T24" fmla="*/ 15 w 34"/>
                <a:gd name="T25" fmla="*/ 40 h 40"/>
                <a:gd name="T26" fmla="*/ 15 w 34"/>
                <a:gd name="T27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0">
                  <a:moveTo>
                    <a:pt x="15" y="24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6" y="0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0" y="24"/>
                  </a:lnTo>
                  <a:lnTo>
                    <a:pt x="20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15" y="2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05">
              <a:extLst>
                <a:ext uri="{FF2B5EF4-FFF2-40B4-BE49-F238E27FC236}">
                  <a16:creationId xmlns:a16="http://schemas.microsoft.com/office/drawing/2014/main" id="{6BCCF8C5-EFF5-48BD-8438-CD6288B8B4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4" y="660"/>
              <a:ext cx="350" cy="353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106">
              <a:extLst>
                <a:ext uri="{FF2B5EF4-FFF2-40B4-BE49-F238E27FC236}">
                  <a16:creationId xmlns:a16="http://schemas.microsoft.com/office/drawing/2014/main" id="{D85300FF-28F5-4F4C-9868-6E9E7358F0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3" y="739"/>
              <a:ext cx="193" cy="17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07">
              <a:extLst>
                <a:ext uri="{FF2B5EF4-FFF2-40B4-BE49-F238E27FC236}">
                  <a16:creationId xmlns:a16="http://schemas.microsoft.com/office/drawing/2014/main" id="{B5784116-8C30-4671-9587-9D254C0F5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" y="867"/>
              <a:ext cx="40" cy="29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108">
              <a:extLst>
                <a:ext uri="{FF2B5EF4-FFF2-40B4-BE49-F238E27FC236}">
                  <a16:creationId xmlns:a16="http://schemas.microsoft.com/office/drawing/2014/main" id="{DAFE9458-FE6E-4BB9-B4E5-4D0938965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4" y="888"/>
              <a:ext cx="38" cy="31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09">
              <a:extLst>
                <a:ext uri="{FF2B5EF4-FFF2-40B4-BE49-F238E27FC236}">
                  <a16:creationId xmlns:a16="http://schemas.microsoft.com/office/drawing/2014/main" id="{016F9691-45CF-46FE-AA70-9A990927E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5" y="906"/>
              <a:ext cx="38" cy="33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Freeform 110">
              <a:extLst>
                <a:ext uri="{FF2B5EF4-FFF2-40B4-BE49-F238E27FC236}">
                  <a16:creationId xmlns:a16="http://schemas.microsoft.com/office/drawing/2014/main" id="{B225A0DC-7ECA-4E20-9B61-D8C8A44D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6" y="934"/>
              <a:ext cx="24" cy="29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11">
              <a:extLst>
                <a:ext uri="{FF2B5EF4-FFF2-40B4-BE49-F238E27FC236}">
                  <a16:creationId xmlns:a16="http://schemas.microsoft.com/office/drawing/2014/main" id="{CD8BE105-8632-48C6-98AA-3BC083F5C5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4" y="942"/>
              <a:ext cx="29" cy="35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112">
              <a:extLst>
                <a:ext uri="{FF2B5EF4-FFF2-40B4-BE49-F238E27FC236}">
                  <a16:creationId xmlns:a16="http://schemas.microsoft.com/office/drawing/2014/main" id="{E8E80D59-7153-46E8-8ECB-43A44D2BD6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4" y="948"/>
              <a:ext cx="32" cy="39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13">
              <a:extLst>
                <a:ext uri="{FF2B5EF4-FFF2-40B4-BE49-F238E27FC236}">
                  <a16:creationId xmlns:a16="http://schemas.microsoft.com/office/drawing/2014/main" id="{79FC4AC3-30A3-4A82-9A40-93045F67B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9" y="957"/>
              <a:ext cx="23" cy="36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114">
              <a:extLst>
                <a:ext uri="{FF2B5EF4-FFF2-40B4-BE49-F238E27FC236}">
                  <a16:creationId xmlns:a16="http://schemas.microsoft.com/office/drawing/2014/main" id="{3AB54E72-92A4-46A2-9ABB-FCC8E9296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1" y="962"/>
              <a:ext cx="19" cy="33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15">
              <a:extLst>
                <a:ext uri="{FF2B5EF4-FFF2-40B4-BE49-F238E27FC236}">
                  <a16:creationId xmlns:a16="http://schemas.microsoft.com/office/drawing/2014/main" id="{E9B7B1E9-6B5C-4ABF-A6A4-475C1FFFF1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2" y="959"/>
              <a:ext cx="21" cy="36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116">
              <a:extLst>
                <a:ext uri="{FF2B5EF4-FFF2-40B4-BE49-F238E27FC236}">
                  <a16:creationId xmlns:a16="http://schemas.microsoft.com/office/drawing/2014/main" id="{C7EEDC3D-B057-4D89-9724-8F25D6CBD6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" y="957"/>
              <a:ext cx="14" cy="33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17">
              <a:extLst>
                <a:ext uri="{FF2B5EF4-FFF2-40B4-BE49-F238E27FC236}">
                  <a16:creationId xmlns:a16="http://schemas.microsoft.com/office/drawing/2014/main" id="{500387AB-FCEB-410E-9E89-515ABF95E4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9" y="948"/>
              <a:ext cx="23" cy="37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118">
              <a:extLst>
                <a:ext uri="{FF2B5EF4-FFF2-40B4-BE49-F238E27FC236}">
                  <a16:creationId xmlns:a16="http://schemas.microsoft.com/office/drawing/2014/main" id="{22E285A3-9B96-4499-B043-4F370F6301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8" y="939"/>
              <a:ext cx="33" cy="38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19">
              <a:extLst>
                <a:ext uri="{FF2B5EF4-FFF2-40B4-BE49-F238E27FC236}">
                  <a16:creationId xmlns:a16="http://schemas.microsoft.com/office/drawing/2014/main" id="{1B908973-8AE8-4B7B-B100-336A717739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5" y="931"/>
              <a:ext cx="34" cy="34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120">
              <a:extLst>
                <a:ext uri="{FF2B5EF4-FFF2-40B4-BE49-F238E27FC236}">
                  <a16:creationId xmlns:a16="http://schemas.microsoft.com/office/drawing/2014/main" id="{1375AF14-9ABC-434E-8402-76DB53F6CA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3" y="916"/>
              <a:ext cx="34" cy="29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21">
              <a:extLst>
                <a:ext uri="{FF2B5EF4-FFF2-40B4-BE49-F238E27FC236}">
                  <a16:creationId xmlns:a16="http://schemas.microsoft.com/office/drawing/2014/main" id="{A87E967F-2771-47FD-AE1F-15AF226C6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906"/>
              <a:ext cx="31" cy="21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122">
              <a:extLst>
                <a:ext uri="{FF2B5EF4-FFF2-40B4-BE49-F238E27FC236}">
                  <a16:creationId xmlns:a16="http://schemas.microsoft.com/office/drawing/2014/main" id="{0C0CF095-E9ED-43B6-921B-11B4DFB4B8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884"/>
              <a:ext cx="36" cy="28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23">
              <a:extLst>
                <a:ext uri="{FF2B5EF4-FFF2-40B4-BE49-F238E27FC236}">
                  <a16:creationId xmlns:a16="http://schemas.microsoft.com/office/drawing/2014/main" id="{DA7EF2E6-E052-449B-A100-FC852D03C9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" y="865"/>
              <a:ext cx="36" cy="23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124">
              <a:extLst>
                <a:ext uri="{FF2B5EF4-FFF2-40B4-BE49-F238E27FC236}">
                  <a16:creationId xmlns:a16="http://schemas.microsoft.com/office/drawing/2014/main" id="{009D9541-5AEC-4746-9DAB-628470FA4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0" y="928"/>
              <a:ext cx="34" cy="25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25">
              <a:extLst>
                <a:ext uri="{FF2B5EF4-FFF2-40B4-BE49-F238E27FC236}">
                  <a16:creationId xmlns:a16="http://schemas.microsoft.com/office/drawing/2014/main" id="{5D126454-24AF-4FEA-8F3B-4BAB4A1EB9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3" y="917"/>
              <a:ext cx="106" cy="33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126">
              <a:extLst>
                <a:ext uri="{FF2B5EF4-FFF2-40B4-BE49-F238E27FC236}">
                  <a16:creationId xmlns:a16="http://schemas.microsoft.com/office/drawing/2014/main" id="{21170BD5-ADBC-495C-B8BD-5803DF4FEB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4" y="728"/>
              <a:ext cx="14" cy="14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27">
              <a:extLst>
                <a:ext uri="{FF2B5EF4-FFF2-40B4-BE49-F238E27FC236}">
                  <a16:creationId xmlns:a16="http://schemas.microsoft.com/office/drawing/2014/main" id="{CBD44F93-6078-4D44-B661-4EB0E99500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8" y="686"/>
              <a:ext cx="51" cy="45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128">
              <a:extLst>
                <a:ext uri="{FF2B5EF4-FFF2-40B4-BE49-F238E27FC236}">
                  <a16:creationId xmlns:a16="http://schemas.microsoft.com/office/drawing/2014/main" id="{45E65DB2-3712-42F0-93B8-FCF56DB1D9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3" y="714"/>
              <a:ext cx="20" cy="41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29">
              <a:extLst>
                <a:ext uri="{FF2B5EF4-FFF2-40B4-BE49-F238E27FC236}">
                  <a16:creationId xmlns:a16="http://schemas.microsoft.com/office/drawing/2014/main" id="{056EA474-333E-4482-9A08-C13AA1C2C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0" y="704"/>
              <a:ext cx="16" cy="16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Freeform 130">
              <a:extLst>
                <a:ext uri="{FF2B5EF4-FFF2-40B4-BE49-F238E27FC236}">
                  <a16:creationId xmlns:a16="http://schemas.microsoft.com/office/drawing/2014/main" id="{7625672A-2B87-440F-A4EA-316D3877C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710"/>
              <a:ext cx="12" cy="14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31">
              <a:extLst>
                <a:ext uri="{FF2B5EF4-FFF2-40B4-BE49-F238E27FC236}">
                  <a16:creationId xmlns:a16="http://schemas.microsoft.com/office/drawing/2014/main" id="{29B854F1-1233-46AD-B832-38BBBA7EA6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" y="688"/>
              <a:ext cx="19" cy="21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132">
              <a:extLst>
                <a:ext uri="{FF2B5EF4-FFF2-40B4-BE49-F238E27FC236}">
                  <a16:creationId xmlns:a16="http://schemas.microsoft.com/office/drawing/2014/main" id="{C08F52CD-3E28-4262-B4F6-59DFB1285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693"/>
              <a:ext cx="12" cy="13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33">
              <a:extLst>
                <a:ext uri="{FF2B5EF4-FFF2-40B4-BE49-F238E27FC236}">
                  <a16:creationId xmlns:a16="http://schemas.microsoft.com/office/drawing/2014/main" id="{DB72564E-BD73-4A72-A746-1868092ED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742"/>
              <a:ext cx="47" cy="83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134">
              <a:extLst>
                <a:ext uri="{FF2B5EF4-FFF2-40B4-BE49-F238E27FC236}">
                  <a16:creationId xmlns:a16="http://schemas.microsoft.com/office/drawing/2014/main" id="{BF307901-670F-4D61-852C-FD6D7C83F9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9" y="789"/>
              <a:ext cx="13" cy="11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35">
              <a:extLst>
                <a:ext uri="{FF2B5EF4-FFF2-40B4-BE49-F238E27FC236}">
                  <a16:creationId xmlns:a16="http://schemas.microsoft.com/office/drawing/2014/main" id="{61EA73CD-C6A3-4252-9AF0-8749345E60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7" y="776"/>
              <a:ext cx="14" cy="13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136">
              <a:extLst>
                <a:ext uri="{FF2B5EF4-FFF2-40B4-BE49-F238E27FC236}">
                  <a16:creationId xmlns:a16="http://schemas.microsoft.com/office/drawing/2014/main" id="{554217B1-DE75-417E-B7D0-233320BE59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8" y="786"/>
              <a:ext cx="163" cy="141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37">
              <a:extLst>
                <a:ext uri="{FF2B5EF4-FFF2-40B4-BE49-F238E27FC236}">
                  <a16:creationId xmlns:a16="http://schemas.microsoft.com/office/drawing/2014/main" id="{D985DAC8-BBB3-4137-9160-BA02CFFF1F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4" y="757"/>
              <a:ext cx="64" cy="43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138">
              <a:extLst>
                <a:ext uri="{FF2B5EF4-FFF2-40B4-BE49-F238E27FC236}">
                  <a16:creationId xmlns:a16="http://schemas.microsoft.com/office/drawing/2014/main" id="{82127D24-C41B-4AC6-BE3C-21DDE5E75A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39">
              <a:extLst>
                <a:ext uri="{FF2B5EF4-FFF2-40B4-BE49-F238E27FC236}">
                  <a16:creationId xmlns:a16="http://schemas.microsoft.com/office/drawing/2014/main" id="{26F3D97C-ECC2-4C9D-9C2E-A4BB54A56A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Freeform 140">
              <a:extLst>
                <a:ext uri="{FF2B5EF4-FFF2-40B4-BE49-F238E27FC236}">
                  <a16:creationId xmlns:a16="http://schemas.microsoft.com/office/drawing/2014/main" id="{8528C489-1E39-4EAA-916C-F5D4CBE01B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41">
              <a:extLst>
                <a:ext uri="{FF2B5EF4-FFF2-40B4-BE49-F238E27FC236}">
                  <a16:creationId xmlns:a16="http://schemas.microsoft.com/office/drawing/2014/main" id="{B0DD7ED7-C458-43A1-A436-277A313012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77" name="文本占位符 77">
            <a:extLst>
              <a:ext uri="{FF2B5EF4-FFF2-40B4-BE49-F238E27FC236}">
                <a16:creationId xmlns:a16="http://schemas.microsoft.com/office/drawing/2014/main" id="{C2EE9811-84DA-482E-9F23-3E456E5B5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14476" y="2442615"/>
            <a:ext cx="7754400" cy="721821"/>
          </a:xfrm>
          <a:prstGeom prst="rect">
            <a:avLst/>
          </a:prstGeom>
        </p:spPr>
        <p:txBody>
          <a:bodyPr lIns="0" rIns="0" anchor="ctr"/>
          <a:lstStyle>
            <a:lvl1pPr marL="0" indent="0" algn="l">
              <a:lnSpc>
                <a:spcPct val="100000"/>
              </a:lnSpc>
              <a:buNone/>
              <a:defRPr sz="4800" b="1">
                <a:solidFill>
                  <a:schemeClr val="tx1"/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单击此处编辑答辩报告题目</a:t>
            </a:r>
          </a:p>
        </p:txBody>
      </p:sp>
      <p:sp>
        <p:nvSpPr>
          <p:cNvPr id="78" name="文本占位符 77">
            <a:extLst>
              <a:ext uri="{FF2B5EF4-FFF2-40B4-BE49-F238E27FC236}">
                <a16:creationId xmlns:a16="http://schemas.microsoft.com/office/drawing/2014/main" id="{156B0322-864D-4376-AB61-7454A2C85B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14476" y="3343161"/>
            <a:ext cx="3231228" cy="485081"/>
          </a:xfrm>
          <a:prstGeom prst="rect">
            <a:avLst/>
          </a:prstGeom>
        </p:spPr>
        <p:txBody>
          <a:bodyPr lIns="0" rIns="0" anchor="ctr"/>
          <a:lstStyle>
            <a:lvl1pPr marL="0" indent="0" algn="dist">
              <a:lnSpc>
                <a:spcPct val="100000"/>
              </a:lnSpc>
              <a:buNone/>
              <a:defRPr sz="2400" b="1">
                <a:solidFill>
                  <a:schemeClr val="tx2"/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单击编辑答辩副标题</a:t>
            </a:r>
          </a:p>
        </p:txBody>
      </p:sp>
    </p:spTree>
    <p:extLst>
      <p:ext uri="{BB962C8B-B14F-4D97-AF65-F5344CB8AC3E}">
        <p14:creationId xmlns:p14="http://schemas.microsoft.com/office/powerpoint/2010/main" val="3131981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188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3CFC9-8363-4487-A32C-B1BEBA8F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18" y="202011"/>
            <a:ext cx="8655953" cy="601075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2800" b="1"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02DD92-BF7E-4B21-813D-9797BE04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7021" y="6494335"/>
            <a:ext cx="2743200" cy="341761"/>
          </a:xfrm>
          <a:prstGeom prst="rect">
            <a:avLst/>
          </a:prstGeom>
        </p:spPr>
        <p:txBody>
          <a:bodyPr/>
          <a:lstStyle>
            <a:lvl1pPr algn="r">
              <a:defRPr sz="1100" b="1" i="0">
                <a:solidFill>
                  <a:schemeClr val="accent1"/>
                </a:solidFill>
              </a:defRPr>
            </a:lvl1pPr>
          </a:lstStyle>
          <a:p>
            <a:fld id="{1AAC388E-FA9E-4A2C-95EA-1F6B3A07935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6" name="Group 74">
            <a:extLst>
              <a:ext uri="{FF2B5EF4-FFF2-40B4-BE49-F238E27FC236}">
                <a16:creationId xmlns:a16="http://schemas.microsoft.com/office/drawing/2014/main" id="{D81BEAD8-85AD-4CBB-BA87-4A53B537F1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61824" y="317195"/>
            <a:ext cx="1557337" cy="433207"/>
            <a:chOff x="954" y="660"/>
            <a:chExt cx="1269" cy="353"/>
          </a:xfrm>
        </p:grpSpPr>
        <p:sp>
          <p:nvSpPr>
            <p:cNvPr id="7" name="Freeform 75">
              <a:extLst>
                <a:ext uri="{FF2B5EF4-FFF2-40B4-BE49-F238E27FC236}">
                  <a16:creationId xmlns:a16="http://schemas.microsoft.com/office/drawing/2014/main" id="{4306C008-4D53-479B-87DC-7BDDC8016E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" y="833"/>
              <a:ext cx="45" cy="46"/>
            </a:xfrm>
            <a:custGeom>
              <a:avLst/>
              <a:gdLst>
                <a:gd name="T0" fmla="*/ 10 w 36"/>
                <a:gd name="T1" fmla="*/ 35 h 37"/>
                <a:gd name="T2" fmla="*/ 6 w 36"/>
                <a:gd name="T3" fmla="*/ 25 h 37"/>
                <a:gd name="T4" fmla="*/ 0 w 36"/>
                <a:gd name="T5" fmla="*/ 11 h 37"/>
                <a:gd name="T6" fmla="*/ 23 w 36"/>
                <a:gd name="T7" fmla="*/ 4 h 37"/>
                <a:gd name="T8" fmla="*/ 28 w 36"/>
                <a:gd name="T9" fmla="*/ 9 h 37"/>
                <a:gd name="T10" fmla="*/ 30 w 36"/>
                <a:gd name="T11" fmla="*/ 29 h 37"/>
                <a:gd name="T12" fmla="*/ 10 w 36"/>
                <a:gd name="T13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7">
                  <a:moveTo>
                    <a:pt x="10" y="35"/>
                  </a:moveTo>
                  <a:cubicBezTo>
                    <a:pt x="3" y="34"/>
                    <a:pt x="7" y="31"/>
                    <a:pt x="6" y="25"/>
                  </a:cubicBezTo>
                  <a:cubicBezTo>
                    <a:pt x="5" y="20"/>
                    <a:pt x="0" y="14"/>
                    <a:pt x="0" y="11"/>
                  </a:cubicBezTo>
                  <a:cubicBezTo>
                    <a:pt x="1" y="0"/>
                    <a:pt x="15" y="0"/>
                    <a:pt x="23" y="4"/>
                  </a:cubicBezTo>
                  <a:cubicBezTo>
                    <a:pt x="25" y="4"/>
                    <a:pt x="26" y="7"/>
                    <a:pt x="28" y="9"/>
                  </a:cubicBezTo>
                  <a:cubicBezTo>
                    <a:pt x="32" y="14"/>
                    <a:pt x="36" y="23"/>
                    <a:pt x="30" y="29"/>
                  </a:cubicBezTo>
                  <a:cubicBezTo>
                    <a:pt x="25" y="34"/>
                    <a:pt x="17" y="37"/>
                    <a:pt x="10" y="3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76">
              <a:extLst>
                <a:ext uri="{FF2B5EF4-FFF2-40B4-BE49-F238E27FC236}">
                  <a16:creationId xmlns:a16="http://schemas.microsoft.com/office/drawing/2014/main" id="{CFD155C6-2C4C-432F-B3E6-321873FD12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7" y="698"/>
              <a:ext cx="160" cy="165"/>
            </a:xfrm>
            <a:custGeom>
              <a:avLst/>
              <a:gdLst>
                <a:gd name="T0" fmla="*/ 33 w 129"/>
                <a:gd name="T1" fmla="*/ 133 h 133"/>
                <a:gd name="T2" fmla="*/ 32 w 129"/>
                <a:gd name="T3" fmla="*/ 133 h 133"/>
                <a:gd name="T4" fmla="*/ 33 w 129"/>
                <a:gd name="T5" fmla="*/ 130 h 133"/>
                <a:gd name="T6" fmla="*/ 55 w 129"/>
                <a:gd name="T7" fmla="*/ 116 h 133"/>
                <a:gd name="T8" fmla="*/ 67 w 129"/>
                <a:gd name="T9" fmla="*/ 99 h 133"/>
                <a:gd name="T10" fmla="*/ 25 w 129"/>
                <a:gd name="T11" fmla="*/ 115 h 133"/>
                <a:gd name="T12" fmla="*/ 8 w 129"/>
                <a:gd name="T13" fmla="*/ 108 h 133"/>
                <a:gd name="T14" fmla="*/ 8 w 129"/>
                <a:gd name="T15" fmla="*/ 107 h 133"/>
                <a:gd name="T16" fmla="*/ 8 w 129"/>
                <a:gd name="T17" fmla="*/ 92 h 133"/>
                <a:gd name="T18" fmla="*/ 60 w 129"/>
                <a:gd name="T19" fmla="*/ 80 h 133"/>
                <a:gd name="T20" fmla="*/ 75 w 129"/>
                <a:gd name="T21" fmla="*/ 72 h 133"/>
                <a:gd name="T22" fmla="*/ 77 w 129"/>
                <a:gd name="T23" fmla="*/ 14 h 133"/>
                <a:gd name="T24" fmla="*/ 99 w 129"/>
                <a:gd name="T25" fmla="*/ 16 h 133"/>
                <a:gd name="T26" fmla="*/ 103 w 129"/>
                <a:gd name="T27" fmla="*/ 21 h 133"/>
                <a:gd name="T28" fmla="*/ 104 w 129"/>
                <a:gd name="T29" fmla="*/ 21 h 133"/>
                <a:gd name="T30" fmla="*/ 103 w 129"/>
                <a:gd name="T31" fmla="*/ 35 h 133"/>
                <a:gd name="T32" fmla="*/ 98 w 129"/>
                <a:gd name="T33" fmla="*/ 65 h 133"/>
                <a:gd name="T34" fmla="*/ 126 w 129"/>
                <a:gd name="T35" fmla="*/ 54 h 133"/>
                <a:gd name="T36" fmla="*/ 123 w 129"/>
                <a:gd name="T37" fmla="*/ 69 h 133"/>
                <a:gd name="T38" fmla="*/ 95 w 129"/>
                <a:gd name="T39" fmla="*/ 81 h 133"/>
                <a:gd name="T40" fmla="*/ 82 w 129"/>
                <a:gd name="T41" fmla="*/ 111 h 133"/>
                <a:gd name="T42" fmla="*/ 75 w 129"/>
                <a:gd name="T43" fmla="*/ 118 h 133"/>
                <a:gd name="T44" fmla="*/ 56 w 129"/>
                <a:gd name="T45" fmla="*/ 128 h 133"/>
                <a:gd name="T46" fmla="*/ 33 w 129"/>
                <a:gd name="T4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9" h="133">
                  <a:moveTo>
                    <a:pt x="33" y="133"/>
                  </a:moveTo>
                  <a:cubicBezTo>
                    <a:pt x="33" y="133"/>
                    <a:pt x="33" y="133"/>
                    <a:pt x="32" y="133"/>
                  </a:cubicBezTo>
                  <a:cubicBezTo>
                    <a:pt x="32" y="132"/>
                    <a:pt x="32" y="131"/>
                    <a:pt x="33" y="130"/>
                  </a:cubicBezTo>
                  <a:cubicBezTo>
                    <a:pt x="35" y="130"/>
                    <a:pt x="55" y="117"/>
                    <a:pt x="55" y="116"/>
                  </a:cubicBezTo>
                  <a:cubicBezTo>
                    <a:pt x="60" y="111"/>
                    <a:pt x="66" y="106"/>
                    <a:pt x="67" y="99"/>
                  </a:cubicBezTo>
                  <a:cubicBezTo>
                    <a:pt x="53" y="104"/>
                    <a:pt x="40" y="114"/>
                    <a:pt x="25" y="115"/>
                  </a:cubicBezTo>
                  <a:cubicBezTo>
                    <a:pt x="18" y="113"/>
                    <a:pt x="13" y="110"/>
                    <a:pt x="8" y="108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1" y="102"/>
                    <a:pt x="0" y="95"/>
                    <a:pt x="8" y="92"/>
                  </a:cubicBezTo>
                  <a:cubicBezTo>
                    <a:pt x="23" y="96"/>
                    <a:pt x="46" y="85"/>
                    <a:pt x="60" y="80"/>
                  </a:cubicBezTo>
                  <a:cubicBezTo>
                    <a:pt x="63" y="78"/>
                    <a:pt x="72" y="75"/>
                    <a:pt x="75" y="72"/>
                  </a:cubicBezTo>
                  <a:cubicBezTo>
                    <a:pt x="78" y="52"/>
                    <a:pt x="76" y="33"/>
                    <a:pt x="77" y="14"/>
                  </a:cubicBezTo>
                  <a:cubicBezTo>
                    <a:pt x="82" y="0"/>
                    <a:pt x="90" y="10"/>
                    <a:pt x="99" y="16"/>
                  </a:cubicBezTo>
                  <a:cubicBezTo>
                    <a:pt x="99" y="18"/>
                    <a:pt x="101" y="19"/>
                    <a:pt x="103" y="21"/>
                  </a:cubicBezTo>
                  <a:cubicBezTo>
                    <a:pt x="103" y="21"/>
                    <a:pt x="103" y="21"/>
                    <a:pt x="104" y="21"/>
                  </a:cubicBezTo>
                  <a:cubicBezTo>
                    <a:pt x="107" y="27"/>
                    <a:pt x="108" y="30"/>
                    <a:pt x="103" y="35"/>
                  </a:cubicBezTo>
                  <a:cubicBezTo>
                    <a:pt x="99" y="44"/>
                    <a:pt x="97" y="54"/>
                    <a:pt x="98" y="65"/>
                  </a:cubicBezTo>
                  <a:cubicBezTo>
                    <a:pt x="108" y="63"/>
                    <a:pt x="114" y="55"/>
                    <a:pt x="126" y="54"/>
                  </a:cubicBezTo>
                  <a:cubicBezTo>
                    <a:pt x="129" y="60"/>
                    <a:pt x="128" y="65"/>
                    <a:pt x="123" y="69"/>
                  </a:cubicBezTo>
                  <a:cubicBezTo>
                    <a:pt x="114" y="73"/>
                    <a:pt x="105" y="77"/>
                    <a:pt x="95" y="81"/>
                  </a:cubicBezTo>
                  <a:cubicBezTo>
                    <a:pt x="93" y="91"/>
                    <a:pt x="89" y="103"/>
                    <a:pt x="82" y="111"/>
                  </a:cubicBezTo>
                  <a:cubicBezTo>
                    <a:pt x="81" y="113"/>
                    <a:pt x="76" y="117"/>
                    <a:pt x="75" y="118"/>
                  </a:cubicBezTo>
                  <a:cubicBezTo>
                    <a:pt x="69" y="122"/>
                    <a:pt x="63" y="126"/>
                    <a:pt x="56" y="128"/>
                  </a:cubicBezTo>
                  <a:cubicBezTo>
                    <a:pt x="37" y="133"/>
                    <a:pt x="37" y="133"/>
                    <a:pt x="33" y="1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77">
              <a:extLst>
                <a:ext uri="{FF2B5EF4-FFF2-40B4-BE49-F238E27FC236}">
                  <a16:creationId xmlns:a16="http://schemas.microsoft.com/office/drawing/2014/main" id="{4D10D138-D44D-4B21-8DDB-DB3BC00CBF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0" y="796"/>
              <a:ext cx="94" cy="110"/>
            </a:xfrm>
            <a:custGeom>
              <a:avLst/>
              <a:gdLst>
                <a:gd name="T0" fmla="*/ 17 w 76"/>
                <a:gd name="T1" fmla="*/ 88 h 88"/>
                <a:gd name="T2" fmla="*/ 0 w 76"/>
                <a:gd name="T3" fmla="*/ 70 h 88"/>
                <a:gd name="T4" fmla="*/ 2 w 76"/>
                <a:gd name="T5" fmla="*/ 65 h 88"/>
                <a:gd name="T6" fmla="*/ 50 w 76"/>
                <a:gd name="T7" fmla="*/ 26 h 88"/>
                <a:gd name="T8" fmla="*/ 65 w 76"/>
                <a:gd name="T9" fmla="*/ 5 h 88"/>
                <a:gd name="T10" fmla="*/ 66 w 76"/>
                <a:gd name="T11" fmla="*/ 4 h 88"/>
                <a:gd name="T12" fmla="*/ 66 w 76"/>
                <a:gd name="T13" fmla="*/ 4 h 88"/>
                <a:gd name="T14" fmla="*/ 76 w 76"/>
                <a:gd name="T15" fmla="*/ 5 h 88"/>
                <a:gd name="T16" fmla="*/ 65 w 76"/>
                <a:gd name="T17" fmla="*/ 19 h 88"/>
                <a:gd name="T18" fmla="*/ 54 w 76"/>
                <a:gd name="T19" fmla="*/ 43 h 88"/>
                <a:gd name="T20" fmla="*/ 48 w 76"/>
                <a:gd name="T21" fmla="*/ 54 h 88"/>
                <a:gd name="T22" fmla="*/ 35 w 76"/>
                <a:gd name="T23" fmla="*/ 72 h 88"/>
                <a:gd name="T24" fmla="*/ 21 w 76"/>
                <a:gd name="T25" fmla="*/ 87 h 88"/>
                <a:gd name="T26" fmla="*/ 17 w 76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88">
                  <a:moveTo>
                    <a:pt x="17" y="88"/>
                  </a:moveTo>
                  <a:cubicBezTo>
                    <a:pt x="10" y="84"/>
                    <a:pt x="3" y="76"/>
                    <a:pt x="0" y="70"/>
                  </a:cubicBezTo>
                  <a:cubicBezTo>
                    <a:pt x="0" y="69"/>
                    <a:pt x="1" y="67"/>
                    <a:pt x="2" y="65"/>
                  </a:cubicBezTo>
                  <a:cubicBezTo>
                    <a:pt x="18" y="52"/>
                    <a:pt x="35" y="41"/>
                    <a:pt x="50" y="26"/>
                  </a:cubicBezTo>
                  <a:cubicBezTo>
                    <a:pt x="54" y="19"/>
                    <a:pt x="60" y="12"/>
                    <a:pt x="65" y="5"/>
                  </a:cubicBezTo>
                  <a:cubicBezTo>
                    <a:pt x="65" y="5"/>
                    <a:pt x="66" y="5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0" y="0"/>
                    <a:pt x="72" y="0"/>
                    <a:pt x="76" y="5"/>
                  </a:cubicBezTo>
                  <a:cubicBezTo>
                    <a:pt x="76" y="10"/>
                    <a:pt x="68" y="14"/>
                    <a:pt x="65" y="19"/>
                  </a:cubicBezTo>
                  <a:cubicBezTo>
                    <a:pt x="62" y="27"/>
                    <a:pt x="58" y="35"/>
                    <a:pt x="54" y="43"/>
                  </a:cubicBezTo>
                  <a:cubicBezTo>
                    <a:pt x="53" y="45"/>
                    <a:pt x="53" y="45"/>
                    <a:pt x="48" y="54"/>
                  </a:cubicBezTo>
                  <a:cubicBezTo>
                    <a:pt x="43" y="57"/>
                    <a:pt x="37" y="66"/>
                    <a:pt x="35" y="72"/>
                  </a:cubicBezTo>
                  <a:cubicBezTo>
                    <a:pt x="29" y="75"/>
                    <a:pt x="27" y="84"/>
                    <a:pt x="21" y="87"/>
                  </a:cubicBezTo>
                  <a:cubicBezTo>
                    <a:pt x="19" y="87"/>
                    <a:pt x="18" y="87"/>
                    <a:pt x="17" y="8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8">
              <a:extLst>
                <a:ext uri="{FF2B5EF4-FFF2-40B4-BE49-F238E27FC236}">
                  <a16:creationId xmlns:a16="http://schemas.microsoft.com/office/drawing/2014/main" id="{16D53ADB-782D-4E41-9FE8-830E33A50A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9" y="791"/>
              <a:ext cx="53" cy="41"/>
            </a:xfrm>
            <a:custGeom>
              <a:avLst/>
              <a:gdLst>
                <a:gd name="T0" fmla="*/ 19 w 43"/>
                <a:gd name="T1" fmla="*/ 33 h 33"/>
                <a:gd name="T2" fmla="*/ 0 w 43"/>
                <a:gd name="T3" fmla="*/ 20 h 33"/>
                <a:gd name="T4" fmla="*/ 2 w 43"/>
                <a:gd name="T5" fmla="*/ 14 h 33"/>
                <a:gd name="T6" fmla="*/ 6 w 43"/>
                <a:gd name="T7" fmla="*/ 13 h 33"/>
                <a:gd name="T8" fmla="*/ 17 w 43"/>
                <a:gd name="T9" fmla="*/ 12 h 33"/>
                <a:gd name="T10" fmla="*/ 43 w 43"/>
                <a:gd name="T11" fmla="*/ 5 h 33"/>
                <a:gd name="T12" fmla="*/ 19 w 43"/>
                <a:gd name="T1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33">
                  <a:moveTo>
                    <a:pt x="19" y="33"/>
                  </a:moveTo>
                  <a:cubicBezTo>
                    <a:pt x="9" y="33"/>
                    <a:pt x="6" y="26"/>
                    <a:pt x="0" y="20"/>
                  </a:cubicBezTo>
                  <a:cubicBezTo>
                    <a:pt x="0" y="18"/>
                    <a:pt x="2" y="16"/>
                    <a:pt x="2" y="14"/>
                  </a:cubicBezTo>
                  <a:cubicBezTo>
                    <a:pt x="4" y="14"/>
                    <a:pt x="4" y="14"/>
                    <a:pt x="6" y="13"/>
                  </a:cubicBezTo>
                  <a:cubicBezTo>
                    <a:pt x="10" y="12"/>
                    <a:pt x="12" y="12"/>
                    <a:pt x="17" y="12"/>
                  </a:cubicBezTo>
                  <a:cubicBezTo>
                    <a:pt x="22" y="11"/>
                    <a:pt x="38" y="0"/>
                    <a:pt x="43" y="5"/>
                  </a:cubicBezTo>
                  <a:cubicBezTo>
                    <a:pt x="43" y="17"/>
                    <a:pt x="30" y="30"/>
                    <a:pt x="19" y="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79">
              <a:extLst>
                <a:ext uri="{FF2B5EF4-FFF2-40B4-BE49-F238E27FC236}">
                  <a16:creationId xmlns:a16="http://schemas.microsoft.com/office/drawing/2014/main" id="{23C6EFEA-7756-49F4-9DBD-30C5EC72DC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68" y="766"/>
              <a:ext cx="36" cy="42"/>
            </a:xfrm>
            <a:custGeom>
              <a:avLst/>
              <a:gdLst>
                <a:gd name="T0" fmla="*/ 5 w 29"/>
                <a:gd name="T1" fmla="*/ 34 h 34"/>
                <a:gd name="T2" fmla="*/ 0 w 29"/>
                <a:gd name="T3" fmla="*/ 9 h 34"/>
                <a:gd name="T4" fmla="*/ 19 w 29"/>
                <a:gd name="T5" fmla="*/ 6 h 34"/>
                <a:gd name="T6" fmla="*/ 23 w 29"/>
                <a:gd name="T7" fmla="*/ 26 h 34"/>
                <a:gd name="T8" fmla="*/ 5 w 29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4">
                  <a:moveTo>
                    <a:pt x="5" y="34"/>
                  </a:moveTo>
                  <a:cubicBezTo>
                    <a:pt x="1" y="30"/>
                    <a:pt x="0" y="14"/>
                    <a:pt x="0" y="9"/>
                  </a:cubicBezTo>
                  <a:cubicBezTo>
                    <a:pt x="3" y="0"/>
                    <a:pt x="12" y="0"/>
                    <a:pt x="19" y="6"/>
                  </a:cubicBezTo>
                  <a:cubicBezTo>
                    <a:pt x="25" y="14"/>
                    <a:pt x="29" y="17"/>
                    <a:pt x="23" y="26"/>
                  </a:cubicBezTo>
                  <a:cubicBezTo>
                    <a:pt x="16" y="32"/>
                    <a:pt x="13" y="32"/>
                    <a:pt x="5" y="3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80">
              <a:extLst>
                <a:ext uri="{FF2B5EF4-FFF2-40B4-BE49-F238E27FC236}">
                  <a16:creationId xmlns:a16="http://schemas.microsoft.com/office/drawing/2014/main" id="{06398542-6917-4000-BFD4-B1F6B4CF91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8" y="739"/>
              <a:ext cx="63" cy="60"/>
            </a:xfrm>
            <a:custGeom>
              <a:avLst/>
              <a:gdLst>
                <a:gd name="T0" fmla="*/ 17 w 51"/>
                <a:gd name="T1" fmla="*/ 48 h 48"/>
                <a:gd name="T2" fmla="*/ 21 w 51"/>
                <a:gd name="T3" fmla="*/ 30 h 48"/>
                <a:gd name="T4" fmla="*/ 13 w 51"/>
                <a:gd name="T5" fmla="*/ 32 h 48"/>
                <a:gd name="T6" fmla="*/ 3 w 51"/>
                <a:gd name="T7" fmla="*/ 15 h 48"/>
                <a:gd name="T8" fmla="*/ 13 w 51"/>
                <a:gd name="T9" fmla="*/ 11 h 48"/>
                <a:gd name="T10" fmla="*/ 33 w 51"/>
                <a:gd name="T11" fmla="*/ 2 h 48"/>
                <a:gd name="T12" fmla="*/ 51 w 51"/>
                <a:gd name="T13" fmla="*/ 18 h 48"/>
                <a:gd name="T14" fmla="*/ 39 w 51"/>
                <a:gd name="T15" fmla="*/ 36 h 48"/>
                <a:gd name="T16" fmla="*/ 22 w 51"/>
                <a:gd name="T17" fmla="*/ 47 h 48"/>
                <a:gd name="T18" fmla="*/ 17 w 5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48">
                  <a:moveTo>
                    <a:pt x="17" y="48"/>
                  </a:moveTo>
                  <a:cubicBezTo>
                    <a:pt x="16" y="43"/>
                    <a:pt x="23" y="33"/>
                    <a:pt x="21" y="30"/>
                  </a:cubicBezTo>
                  <a:cubicBezTo>
                    <a:pt x="18" y="31"/>
                    <a:pt x="16" y="32"/>
                    <a:pt x="13" y="32"/>
                  </a:cubicBezTo>
                  <a:cubicBezTo>
                    <a:pt x="7" y="29"/>
                    <a:pt x="0" y="21"/>
                    <a:pt x="3" y="15"/>
                  </a:cubicBezTo>
                  <a:cubicBezTo>
                    <a:pt x="7" y="10"/>
                    <a:pt x="6" y="12"/>
                    <a:pt x="13" y="11"/>
                  </a:cubicBezTo>
                  <a:cubicBezTo>
                    <a:pt x="19" y="8"/>
                    <a:pt x="26" y="5"/>
                    <a:pt x="33" y="2"/>
                  </a:cubicBezTo>
                  <a:cubicBezTo>
                    <a:pt x="45" y="0"/>
                    <a:pt x="50" y="6"/>
                    <a:pt x="51" y="18"/>
                  </a:cubicBezTo>
                  <a:cubicBezTo>
                    <a:pt x="49" y="25"/>
                    <a:pt x="44" y="31"/>
                    <a:pt x="39" y="36"/>
                  </a:cubicBezTo>
                  <a:cubicBezTo>
                    <a:pt x="33" y="40"/>
                    <a:pt x="27" y="44"/>
                    <a:pt x="22" y="47"/>
                  </a:cubicBezTo>
                  <a:cubicBezTo>
                    <a:pt x="20" y="47"/>
                    <a:pt x="19" y="48"/>
                    <a:pt x="17" y="4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81">
              <a:extLst>
                <a:ext uri="{FF2B5EF4-FFF2-40B4-BE49-F238E27FC236}">
                  <a16:creationId xmlns:a16="http://schemas.microsoft.com/office/drawing/2014/main" id="{9A0D369A-CD3E-450F-8695-EEB58B5D9E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715"/>
              <a:ext cx="38" cy="42"/>
            </a:xfrm>
            <a:custGeom>
              <a:avLst/>
              <a:gdLst>
                <a:gd name="T0" fmla="*/ 3 w 31"/>
                <a:gd name="T1" fmla="*/ 34 h 34"/>
                <a:gd name="T2" fmla="*/ 3 w 31"/>
                <a:gd name="T3" fmla="*/ 29 h 34"/>
                <a:gd name="T4" fmla="*/ 0 w 31"/>
                <a:gd name="T5" fmla="*/ 16 h 34"/>
                <a:gd name="T6" fmla="*/ 7 w 31"/>
                <a:gd name="T7" fmla="*/ 0 h 34"/>
                <a:gd name="T8" fmla="*/ 26 w 31"/>
                <a:gd name="T9" fmla="*/ 23 h 34"/>
                <a:gd name="T10" fmla="*/ 3 w 31"/>
                <a:gd name="T1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4">
                  <a:moveTo>
                    <a:pt x="3" y="34"/>
                  </a:moveTo>
                  <a:cubicBezTo>
                    <a:pt x="1" y="32"/>
                    <a:pt x="2" y="31"/>
                    <a:pt x="3" y="29"/>
                  </a:cubicBezTo>
                  <a:cubicBezTo>
                    <a:pt x="3" y="24"/>
                    <a:pt x="0" y="20"/>
                    <a:pt x="0" y="16"/>
                  </a:cubicBezTo>
                  <a:cubicBezTo>
                    <a:pt x="1" y="7"/>
                    <a:pt x="0" y="4"/>
                    <a:pt x="7" y="0"/>
                  </a:cubicBezTo>
                  <a:cubicBezTo>
                    <a:pt x="12" y="3"/>
                    <a:pt x="31" y="12"/>
                    <a:pt x="26" y="23"/>
                  </a:cubicBezTo>
                  <a:cubicBezTo>
                    <a:pt x="21" y="29"/>
                    <a:pt x="11" y="33"/>
                    <a:pt x="3" y="3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82">
              <a:extLst>
                <a:ext uri="{FF2B5EF4-FFF2-40B4-BE49-F238E27FC236}">
                  <a16:creationId xmlns:a16="http://schemas.microsoft.com/office/drawing/2014/main" id="{165959AA-56B9-4F28-8500-FDF2FCF7DF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728"/>
              <a:ext cx="244" cy="186"/>
            </a:xfrm>
            <a:custGeom>
              <a:avLst/>
              <a:gdLst>
                <a:gd name="T0" fmla="*/ 20 w 197"/>
                <a:gd name="T1" fmla="*/ 150 h 150"/>
                <a:gd name="T2" fmla="*/ 13 w 197"/>
                <a:gd name="T3" fmla="*/ 119 h 150"/>
                <a:gd name="T4" fmla="*/ 17 w 197"/>
                <a:gd name="T5" fmla="*/ 114 h 150"/>
                <a:gd name="T6" fmla="*/ 17 w 197"/>
                <a:gd name="T7" fmla="*/ 113 h 150"/>
                <a:gd name="T8" fmla="*/ 44 w 197"/>
                <a:gd name="T9" fmla="*/ 77 h 150"/>
                <a:gd name="T10" fmla="*/ 52 w 197"/>
                <a:gd name="T11" fmla="*/ 67 h 150"/>
                <a:gd name="T12" fmla="*/ 53 w 197"/>
                <a:gd name="T13" fmla="*/ 78 h 150"/>
                <a:gd name="T14" fmla="*/ 60 w 197"/>
                <a:gd name="T15" fmla="*/ 77 h 150"/>
                <a:gd name="T16" fmla="*/ 85 w 197"/>
                <a:gd name="T17" fmla="*/ 58 h 150"/>
                <a:gd name="T18" fmla="*/ 87 w 197"/>
                <a:gd name="T19" fmla="*/ 48 h 150"/>
                <a:gd name="T20" fmla="*/ 68 w 197"/>
                <a:gd name="T21" fmla="*/ 44 h 150"/>
                <a:gd name="T22" fmla="*/ 88 w 197"/>
                <a:gd name="T23" fmla="*/ 29 h 150"/>
                <a:gd name="T24" fmla="*/ 92 w 197"/>
                <a:gd name="T25" fmla="*/ 9 h 150"/>
                <a:gd name="T26" fmla="*/ 109 w 197"/>
                <a:gd name="T27" fmla="*/ 22 h 150"/>
                <a:gd name="T28" fmla="*/ 110 w 197"/>
                <a:gd name="T29" fmla="*/ 37 h 150"/>
                <a:gd name="T30" fmla="*/ 108 w 197"/>
                <a:gd name="T31" fmla="*/ 46 h 150"/>
                <a:gd name="T32" fmla="*/ 111 w 197"/>
                <a:gd name="T33" fmla="*/ 46 h 150"/>
                <a:gd name="T34" fmla="*/ 131 w 197"/>
                <a:gd name="T35" fmla="*/ 32 h 150"/>
                <a:gd name="T36" fmla="*/ 140 w 197"/>
                <a:gd name="T37" fmla="*/ 5 h 150"/>
                <a:gd name="T38" fmla="*/ 163 w 197"/>
                <a:gd name="T39" fmla="*/ 11 h 150"/>
                <a:gd name="T40" fmla="*/ 176 w 197"/>
                <a:gd name="T41" fmla="*/ 5 h 150"/>
                <a:gd name="T42" fmla="*/ 182 w 197"/>
                <a:gd name="T43" fmla="*/ 4 h 150"/>
                <a:gd name="T44" fmla="*/ 184 w 197"/>
                <a:gd name="T45" fmla="*/ 13 h 150"/>
                <a:gd name="T46" fmla="*/ 157 w 197"/>
                <a:gd name="T47" fmla="*/ 39 h 150"/>
                <a:gd name="T48" fmla="*/ 166 w 197"/>
                <a:gd name="T49" fmla="*/ 29 h 150"/>
                <a:gd name="T50" fmla="*/ 190 w 197"/>
                <a:gd name="T51" fmla="*/ 34 h 150"/>
                <a:gd name="T52" fmla="*/ 184 w 197"/>
                <a:gd name="T53" fmla="*/ 50 h 150"/>
                <a:gd name="T54" fmla="*/ 182 w 197"/>
                <a:gd name="T55" fmla="*/ 54 h 150"/>
                <a:gd name="T56" fmla="*/ 182 w 197"/>
                <a:gd name="T57" fmla="*/ 93 h 150"/>
                <a:gd name="T58" fmla="*/ 173 w 197"/>
                <a:gd name="T59" fmla="*/ 107 h 150"/>
                <a:gd name="T60" fmla="*/ 173 w 197"/>
                <a:gd name="T61" fmla="*/ 107 h 150"/>
                <a:gd name="T62" fmla="*/ 172 w 197"/>
                <a:gd name="T63" fmla="*/ 107 h 150"/>
                <a:gd name="T64" fmla="*/ 158 w 197"/>
                <a:gd name="T65" fmla="*/ 113 h 150"/>
                <a:gd name="T66" fmla="*/ 158 w 197"/>
                <a:gd name="T67" fmla="*/ 58 h 150"/>
                <a:gd name="T68" fmla="*/ 157 w 197"/>
                <a:gd name="T69" fmla="*/ 58 h 150"/>
                <a:gd name="T70" fmla="*/ 139 w 197"/>
                <a:gd name="T71" fmla="*/ 89 h 150"/>
                <a:gd name="T72" fmla="*/ 124 w 197"/>
                <a:gd name="T73" fmla="*/ 80 h 150"/>
                <a:gd name="T74" fmla="*/ 128 w 197"/>
                <a:gd name="T75" fmla="*/ 76 h 150"/>
                <a:gd name="T76" fmla="*/ 130 w 197"/>
                <a:gd name="T77" fmla="*/ 45 h 150"/>
                <a:gd name="T78" fmla="*/ 111 w 197"/>
                <a:gd name="T79" fmla="*/ 64 h 150"/>
                <a:gd name="T80" fmla="*/ 102 w 197"/>
                <a:gd name="T81" fmla="*/ 70 h 150"/>
                <a:gd name="T82" fmla="*/ 97 w 197"/>
                <a:gd name="T83" fmla="*/ 91 h 150"/>
                <a:gd name="T84" fmla="*/ 92 w 197"/>
                <a:gd name="T85" fmla="*/ 101 h 150"/>
                <a:gd name="T86" fmla="*/ 91 w 197"/>
                <a:gd name="T87" fmla="*/ 102 h 150"/>
                <a:gd name="T88" fmla="*/ 74 w 197"/>
                <a:gd name="T89" fmla="*/ 110 h 150"/>
                <a:gd name="T90" fmla="*/ 74 w 197"/>
                <a:gd name="T91" fmla="*/ 107 h 150"/>
                <a:gd name="T92" fmla="*/ 82 w 197"/>
                <a:gd name="T93" fmla="*/ 85 h 150"/>
                <a:gd name="T94" fmla="*/ 63 w 197"/>
                <a:gd name="T95" fmla="*/ 94 h 150"/>
                <a:gd name="T96" fmla="*/ 53 w 197"/>
                <a:gd name="T97" fmla="*/ 91 h 150"/>
                <a:gd name="T98" fmla="*/ 52 w 197"/>
                <a:gd name="T99" fmla="*/ 90 h 150"/>
                <a:gd name="T100" fmla="*/ 48 w 197"/>
                <a:gd name="T101" fmla="*/ 88 h 150"/>
                <a:gd name="T102" fmla="*/ 44 w 197"/>
                <a:gd name="T103" fmla="*/ 100 h 150"/>
                <a:gd name="T104" fmla="*/ 27 w 197"/>
                <a:gd name="T105" fmla="*/ 147 h 150"/>
                <a:gd name="T106" fmla="*/ 20 w 197"/>
                <a:gd name="T107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50">
                  <a:moveTo>
                    <a:pt x="20" y="150"/>
                  </a:moveTo>
                  <a:cubicBezTo>
                    <a:pt x="9" y="146"/>
                    <a:pt x="0" y="124"/>
                    <a:pt x="13" y="119"/>
                  </a:cubicBezTo>
                  <a:cubicBezTo>
                    <a:pt x="13" y="117"/>
                    <a:pt x="15" y="115"/>
                    <a:pt x="17" y="114"/>
                  </a:cubicBezTo>
                  <a:cubicBezTo>
                    <a:pt x="17" y="114"/>
                    <a:pt x="17" y="113"/>
                    <a:pt x="17" y="113"/>
                  </a:cubicBezTo>
                  <a:cubicBezTo>
                    <a:pt x="27" y="103"/>
                    <a:pt x="35" y="88"/>
                    <a:pt x="44" y="77"/>
                  </a:cubicBezTo>
                  <a:cubicBezTo>
                    <a:pt x="46" y="72"/>
                    <a:pt x="47" y="68"/>
                    <a:pt x="52" y="67"/>
                  </a:cubicBezTo>
                  <a:cubicBezTo>
                    <a:pt x="55" y="69"/>
                    <a:pt x="54" y="74"/>
                    <a:pt x="53" y="78"/>
                  </a:cubicBezTo>
                  <a:cubicBezTo>
                    <a:pt x="54" y="79"/>
                    <a:pt x="58" y="78"/>
                    <a:pt x="60" y="77"/>
                  </a:cubicBezTo>
                  <a:cubicBezTo>
                    <a:pt x="68" y="71"/>
                    <a:pt x="78" y="65"/>
                    <a:pt x="85" y="58"/>
                  </a:cubicBezTo>
                  <a:cubicBezTo>
                    <a:pt x="86" y="55"/>
                    <a:pt x="86" y="52"/>
                    <a:pt x="87" y="48"/>
                  </a:cubicBezTo>
                  <a:cubicBezTo>
                    <a:pt x="81" y="50"/>
                    <a:pt x="64" y="54"/>
                    <a:pt x="68" y="44"/>
                  </a:cubicBezTo>
                  <a:cubicBezTo>
                    <a:pt x="75" y="41"/>
                    <a:pt x="84" y="36"/>
                    <a:pt x="88" y="29"/>
                  </a:cubicBezTo>
                  <a:cubicBezTo>
                    <a:pt x="90" y="22"/>
                    <a:pt x="89" y="14"/>
                    <a:pt x="92" y="9"/>
                  </a:cubicBezTo>
                  <a:cubicBezTo>
                    <a:pt x="99" y="5"/>
                    <a:pt x="108" y="14"/>
                    <a:pt x="109" y="22"/>
                  </a:cubicBezTo>
                  <a:cubicBezTo>
                    <a:pt x="112" y="27"/>
                    <a:pt x="121" y="21"/>
                    <a:pt x="110" y="37"/>
                  </a:cubicBezTo>
                  <a:cubicBezTo>
                    <a:pt x="108" y="39"/>
                    <a:pt x="108" y="42"/>
                    <a:pt x="108" y="46"/>
                  </a:cubicBezTo>
                  <a:cubicBezTo>
                    <a:pt x="109" y="46"/>
                    <a:pt x="110" y="46"/>
                    <a:pt x="111" y="46"/>
                  </a:cubicBezTo>
                  <a:cubicBezTo>
                    <a:pt x="117" y="41"/>
                    <a:pt x="124" y="36"/>
                    <a:pt x="131" y="32"/>
                  </a:cubicBezTo>
                  <a:cubicBezTo>
                    <a:pt x="133" y="22"/>
                    <a:pt x="135" y="14"/>
                    <a:pt x="140" y="5"/>
                  </a:cubicBezTo>
                  <a:cubicBezTo>
                    <a:pt x="147" y="0"/>
                    <a:pt x="156" y="5"/>
                    <a:pt x="163" y="11"/>
                  </a:cubicBezTo>
                  <a:cubicBezTo>
                    <a:pt x="168" y="11"/>
                    <a:pt x="172" y="8"/>
                    <a:pt x="176" y="5"/>
                  </a:cubicBezTo>
                  <a:cubicBezTo>
                    <a:pt x="178" y="4"/>
                    <a:pt x="178" y="4"/>
                    <a:pt x="182" y="4"/>
                  </a:cubicBezTo>
                  <a:cubicBezTo>
                    <a:pt x="183" y="7"/>
                    <a:pt x="184" y="9"/>
                    <a:pt x="184" y="13"/>
                  </a:cubicBezTo>
                  <a:cubicBezTo>
                    <a:pt x="181" y="24"/>
                    <a:pt x="151" y="27"/>
                    <a:pt x="157" y="39"/>
                  </a:cubicBezTo>
                  <a:cubicBezTo>
                    <a:pt x="162" y="39"/>
                    <a:pt x="164" y="33"/>
                    <a:pt x="166" y="29"/>
                  </a:cubicBezTo>
                  <a:cubicBezTo>
                    <a:pt x="171" y="26"/>
                    <a:pt x="184" y="30"/>
                    <a:pt x="190" y="34"/>
                  </a:cubicBezTo>
                  <a:cubicBezTo>
                    <a:pt x="197" y="42"/>
                    <a:pt x="192" y="45"/>
                    <a:pt x="184" y="50"/>
                  </a:cubicBezTo>
                  <a:cubicBezTo>
                    <a:pt x="183" y="52"/>
                    <a:pt x="183" y="53"/>
                    <a:pt x="182" y="54"/>
                  </a:cubicBezTo>
                  <a:cubicBezTo>
                    <a:pt x="181" y="70"/>
                    <a:pt x="181" y="70"/>
                    <a:pt x="182" y="93"/>
                  </a:cubicBezTo>
                  <a:cubicBezTo>
                    <a:pt x="179" y="99"/>
                    <a:pt x="177" y="102"/>
                    <a:pt x="173" y="107"/>
                  </a:cubicBezTo>
                  <a:cubicBezTo>
                    <a:pt x="173" y="107"/>
                    <a:pt x="173" y="107"/>
                    <a:pt x="173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69" y="112"/>
                    <a:pt x="162" y="117"/>
                    <a:pt x="158" y="113"/>
                  </a:cubicBezTo>
                  <a:cubicBezTo>
                    <a:pt x="158" y="94"/>
                    <a:pt x="159" y="75"/>
                    <a:pt x="158" y="58"/>
                  </a:cubicBezTo>
                  <a:cubicBezTo>
                    <a:pt x="158" y="58"/>
                    <a:pt x="157" y="58"/>
                    <a:pt x="157" y="58"/>
                  </a:cubicBezTo>
                  <a:cubicBezTo>
                    <a:pt x="156" y="67"/>
                    <a:pt x="147" y="84"/>
                    <a:pt x="139" y="89"/>
                  </a:cubicBezTo>
                  <a:cubicBezTo>
                    <a:pt x="132" y="90"/>
                    <a:pt x="126" y="86"/>
                    <a:pt x="124" y="80"/>
                  </a:cubicBezTo>
                  <a:cubicBezTo>
                    <a:pt x="125" y="78"/>
                    <a:pt x="126" y="77"/>
                    <a:pt x="128" y="76"/>
                  </a:cubicBezTo>
                  <a:cubicBezTo>
                    <a:pt x="132" y="68"/>
                    <a:pt x="130" y="53"/>
                    <a:pt x="130" y="45"/>
                  </a:cubicBezTo>
                  <a:cubicBezTo>
                    <a:pt x="125" y="46"/>
                    <a:pt x="115" y="59"/>
                    <a:pt x="111" y="64"/>
                  </a:cubicBezTo>
                  <a:cubicBezTo>
                    <a:pt x="108" y="66"/>
                    <a:pt x="105" y="68"/>
                    <a:pt x="102" y="70"/>
                  </a:cubicBezTo>
                  <a:cubicBezTo>
                    <a:pt x="100" y="77"/>
                    <a:pt x="98" y="84"/>
                    <a:pt x="97" y="91"/>
                  </a:cubicBezTo>
                  <a:cubicBezTo>
                    <a:pt x="95" y="95"/>
                    <a:pt x="93" y="98"/>
                    <a:pt x="92" y="101"/>
                  </a:cubicBezTo>
                  <a:cubicBezTo>
                    <a:pt x="91" y="101"/>
                    <a:pt x="91" y="101"/>
                    <a:pt x="91" y="102"/>
                  </a:cubicBezTo>
                  <a:cubicBezTo>
                    <a:pt x="88" y="106"/>
                    <a:pt x="80" y="118"/>
                    <a:pt x="74" y="110"/>
                  </a:cubicBezTo>
                  <a:cubicBezTo>
                    <a:pt x="74" y="109"/>
                    <a:pt x="74" y="108"/>
                    <a:pt x="74" y="107"/>
                  </a:cubicBezTo>
                  <a:cubicBezTo>
                    <a:pt x="79" y="101"/>
                    <a:pt x="82" y="92"/>
                    <a:pt x="82" y="85"/>
                  </a:cubicBezTo>
                  <a:cubicBezTo>
                    <a:pt x="75" y="87"/>
                    <a:pt x="70" y="94"/>
                    <a:pt x="63" y="94"/>
                  </a:cubicBezTo>
                  <a:cubicBezTo>
                    <a:pt x="59" y="93"/>
                    <a:pt x="55" y="92"/>
                    <a:pt x="53" y="91"/>
                  </a:cubicBezTo>
                  <a:cubicBezTo>
                    <a:pt x="53" y="90"/>
                    <a:pt x="53" y="90"/>
                    <a:pt x="52" y="90"/>
                  </a:cubicBezTo>
                  <a:cubicBezTo>
                    <a:pt x="51" y="89"/>
                    <a:pt x="49" y="87"/>
                    <a:pt x="48" y="88"/>
                  </a:cubicBezTo>
                  <a:cubicBezTo>
                    <a:pt x="47" y="91"/>
                    <a:pt x="45" y="96"/>
                    <a:pt x="44" y="100"/>
                  </a:cubicBezTo>
                  <a:cubicBezTo>
                    <a:pt x="37" y="115"/>
                    <a:pt x="32" y="130"/>
                    <a:pt x="27" y="147"/>
                  </a:cubicBezTo>
                  <a:cubicBezTo>
                    <a:pt x="24" y="149"/>
                    <a:pt x="23" y="150"/>
                    <a:pt x="20" y="15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83">
              <a:extLst>
                <a:ext uri="{FF2B5EF4-FFF2-40B4-BE49-F238E27FC236}">
                  <a16:creationId xmlns:a16="http://schemas.microsoft.com/office/drawing/2014/main" id="{22808A04-028B-415F-A830-4F4E8DFE30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1" y="757"/>
              <a:ext cx="37" cy="49"/>
            </a:xfrm>
            <a:custGeom>
              <a:avLst/>
              <a:gdLst>
                <a:gd name="T0" fmla="*/ 5 w 30"/>
                <a:gd name="T1" fmla="*/ 39 h 39"/>
                <a:gd name="T2" fmla="*/ 6 w 30"/>
                <a:gd name="T3" fmla="*/ 28 h 39"/>
                <a:gd name="T4" fmla="*/ 6 w 30"/>
                <a:gd name="T5" fmla="*/ 1 h 39"/>
                <a:gd name="T6" fmla="*/ 10 w 30"/>
                <a:gd name="T7" fmla="*/ 0 h 39"/>
                <a:gd name="T8" fmla="*/ 25 w 30"/>
                <a:gd name="T9" fmla="*/ 17 h 39"/>
                <a:gd name="T10" fmla="*/ 5 w 30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9">
                  <a:moveTo>
                    <a:pt x="5" y="39"/>
                  </a:moveTo>
                  <a:cubicBezTo>
                    <a:pt x="3" y="35"/>
                    <a:pt x="6" y="31"/>
                    <a:pt x="6" y="28"/>
                  </a:cubicBezTo>
                  <a:cubicBezTo>
                    <a:pt x="3" y="17"/>
                    <a:pt x="0" y="9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4" y="4"/>
                    <a:pt x="21" y="11"/>
                    <a:pt x="25" y="17"/>
                  </a:cubicBezTo>
                  <a:cubicBezTo>
                    <a:pt x="30" y="29"/>
                    <a:pt x="14" y="35"/>
                    <a:pt x="5" y="39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3A8F4F4E-58C0-47A4-9972-C43914F183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708"/>
              <a:ext cx="46" cy="47"/>
            </a:xfrm>
            <a:custGeom>
              <a:avLst/>
              <a:gdLst>
                <a:gd name="T0" fmla="*/ 7 w 37"/>
                <a:gd name="T1" fmla="*/ 38 h 38"/>
                <a:gd name="T2" fmla="*/ 4 w 37"/>
                <a:gd name="T3" fmla="*/ 36 h 38"/>
                <a:gd name="T4" fmla="*/ 6 w 37"/>
                <a:gd name="T5" fmla="*/ 29 h 38"/>
                <a:gd name="T6" fmla="*/ 11 w 37"/>
                <a:gd name="T7" fmla="*/ 0 h 38"/>
                <a:gd name="T8" fmla="*/ 16 w 37"/>
                <a:gd name="T9" fmla="*/ 7 h 38"/>
                <a:gd name="T10" fmla="*/ 24 w 37"/>
                <a:gd name="T11" fmla="*/ 32 h 38"/>
                <a:gd name="T12" fmla="*/ 7 w 3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8">
                  <a:moveTo>
                    <a:pt x="7" y="38"/>
                  </a:moveTo>
                  <a:cubicBezTo>
                    <a:pt x="5" y="37"/>
                    <a:pt x="5" y="37"/>
                    <a:pt x="4" y="36"/>
                  </a:cubicBezTo>
                  <a:cubicBezTo>
                    <a:pt x="6" y="33"/>
                    <a:pt x="7" y="32"/>
                    <a:pt x="6" y="29"/>
                  </a:cubicBezTo>
                  <a:cubicBezTo>
                    <a:pt x="0" y="20"/>
                    <a:pt x="0" y="5"/>
                    <a:pt x="11" y="0"/>
                  </a:cubicBezTo>
                  <a:cubicBezTo>
                    <a:pt x="14" y="0"/>
                    <a:pt x="15" y="3"/>
                    <a:pt x="16" y="7"/>
                  </a:cubicBezTo>
                  <a:cubicBezTo>
                    <a:pt x="23" y="14"/>
                    <a:pt x="37" y="23"/>
                    <a:pt x="24" y="32"/>
                  </a:cubicBezTo>
                  <a:cubicBezTo>
                    <a:pt x="18" y="35"/>
                    <a:pt x="13" y="36"/>
                    <a:pt x="7" y="3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8DB7D6AC-873E-4DA3-AC2D-3E4704B2A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7" y="765"/>
              <a:ext cx="26" cy="39"/>
            </a:xfrm>
            <a:custGeom>
              <a:avLst/>
              <a:gdLst>
                <a:gd name="T0" fmla="*/ 10 w 21"/>
                <a:gd name="T1" fmla="*/ 31 h 31"/>
                <a:gd name="T2" fmla="*/ 3 w 21"/>
                <a:gd name="T3" fmla="*/ 4 h 31"/>
                <a:gd name="T4" fmla="*/ 21 w 21"/>
                <a:gd name="T5" fmla="*/ 18 h 31"/>
                <a:gd name="T6" fmla="*/ 10 w 2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1">
                  <a:moveTo>
                    <a:pt x="10" y="31"/>
                  </a:moveTo>
                  <a:cubicBezTo>
                    <a:pt x="0" y="27"/>
                    <a:pt x="2" y="11"/>
                    <a:pt x="3" y="4"/>
                  </a:cubicBezTo>
                  <a:cubicBezTo>
                    <a:pt x="11" y="0"/>
                    <a:pt x="20" y="9"/>
                    <a:pt x="21" y="18"/>
                  </a:cubicBezTo>
                  <a:cubicBezTo>
                    <a:pt x="19" y="27"/>
                    <a:pt x="19" y="29"/>
                    <a:pt x="10" y="3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3A9D498B-46BE-4055-A48C-0A18CC5E53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57" y="673"/>
              <a:ext cx="166" cy="224"/>
            </a:xfrm>
            <a:custGeom>
              <a:avLst/>
              <a:gdLst>
                <a:gd name="T0" fmla="*/ 71 w 134"/>
                <a:gd name="T1" fmla="*/ 180 h 180"/>
                <a:gd name="T2" fmla="*/ 34 w 134"/>
                <a:gd name="T3" fmla="*/ 173 h 180"/>
                <a:gd name="T4" fmla="*/ 56 w 134"/>
                <a:gd name="T5" fmla="*/ 148 h 180"/>
                <a:gd name="T6" fmla="*/ 0 w 134"/>
                <a:gd name="T7" fmla="*/ 147 h 180"/>
                <a:gd name="T8" fmla="*/ 56 w 134"/>
                <a:gd name="T9" fmla="*/ 124 h 180"/>
                <a:gd name="T10" fmla="*/ 75 w 134"/>
                <a:gd name="T11" fmla="*/ 108 h 180"/>
                <a:gd name="T12" fmla="*/ 91 w 134"/>
                <a:gd name="T13" fmla="*/ 96 h 180"/>
                <a:gd name="T14" fmla="*/ 32 w 134"/>
                <a:gd name="T15" fmla="*/ 119 h 180"/>
                <a:gd name="T16" fmla="*/ 34 w 134"/>
                <a:gd name="T17" fmla="*/ 108 h 180"/>
                <a:gd name="T18" fmla="*/ 73 w 134"/>
                <a:gd name="T19" fmla="*/ 81 h 180"/>
                <a:gd name="T20" fmla="*/ 71 w 134"/>
                <a:gd name="T21" fmla="*/ 78 h 180"/>
                <a:gd name="T22" fmla="*/ 39 w 134"/>
                <a:gd name="T23" fmla="*/ 93 h 180"/>
                <a:gd name="T24" fmla="*/ 27 w 134"/>
                <a:gd name="T25" fmla="*/ 61 h 180"/>
                <a:gd name="T26" fmla="*/ 33 w 134"/>
                <a:gd name="T27" fmla="*/ 44 h 180"/>
                <a:gd name="T28" fmla="*/ 46 w 134"/>
                <a:gd name="T29" fmla="*/ 56 h 180"/>
                <a:gd name="T30" fmla="*/ 60 w 134"/>
                <a:gd name="T31" fmla="*/ 66 h 180"/>
                <a:gd name="T32" fmla="*/ 68 w 134"/>
                <a:gd name="T33" fmla="*/ 55 h 180"/>
                <a:gd name="T34" fmla="*/ 64 w 134"/>
                <a:gd name="T35" fmla="*/ 45 h 180"/>
                <a:gd name="T36" fmla="*/ 84 w 134"/>
                <a:gd name="T37" fmla="*/ 25 h 180"/>
                <a:gd name="T38" fmla="*/ 111 w 134"/>
                <a:gd name="T39" fmla="*/ 20 h 180"/>
                <a:gd name="T40" fmla="*/ 110 w 134"/>
                <a:gd name="T41" fmla="*/ 29 h 180"/>
                <a:gd name="T42" fmla="*/ 132 w 134"/>
                <a:gd name="T43" fmla="*/ 44 h 180"/>
                <a:gd name="T44" fmla="*/ 115 w 134"/>
                <a:gd name="T45" fmla="*/ 77 h 180"/>
                <a:gd name="T46" fmla="*/ 120 w 134"/>
                <a:gd name="T47" fmla="*/ 94 h 180"/>
                <a:gd name="T48" fmla="*/ 78 w 134"/>
                <a:gd name="T49" fmla="*/ 114 h 180"/>
                <a:gd name="T50" fmla="*/ 92 w 134"/>
                <a:gd name="T51" fmla="*/ 119 h 180"/>
                <a:gd name="T52" fmla="*/ 81 w 134"/>
                <a:gd name="T53" fmla="*/ 140 h 180"/>
                <a:gd name="T54" fmla="*/ 72 w 134"/>
                <a:gd name="T55" fmla="*/ 180 h 180"/>
                <a:gd name="T56" fmla="*/ 106 w 134"/>
                <a:gd name="T57" fmla="*/ 53 h 180"/>
                <a:gd name="T58" fmla="*/ 87 w 134"/>
                <a:gd name="T59" fmla="*/ 59 h 180"/>
                <a:gd name="T60" fmla="*/ 87 w 134"/>
                <a:gd name="T61" fmla="*/ 60 h 180"/>
                <a:gd name="T62" fmla="*/ 92 w 134"/>
                <a:gd name="T63" fmla="*/ 58 h 180"/>
                <a:gd name="T64" fmla="*/ 99 w 134"/>
                <a:gd name="T65" fmla="*/ 6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" h="180">
                  <a:moveTo>
                    <a:pt x="72" y="180"/>
                  </a:moveTo>
                  <a:cubicBezTo>
                    <a:pt x="71" y="180"/>
                    <a:pt x="71" y="180"/>
                    <a:pt x="71" y="180"/>
                  </a:cubicBezTo>
                  <a:cubicBezTo>
                    <a:pt x="58" y="180"/>
                    <a:pt x="46" y="179"/>
                    <a:pt x="34" y="175"/>
                  </a:cubicBezTo>
                  <a:cubicBezTo>
                    <a:pt x="34" y="174"/>
                    <a:pt x="34" y="174"/>
                    <a:pt x="34" y="173"/>
                  </a:cubicBezTo>
                  <a:cubicBezTo>
                    <a:pt x="41" y="169"/>
                    <a:pt x="50" y="170"/>
                    <a:pt x="55" y="163"/>
                  </a:cubicBezTo>
                  <a:cubicBezTo>
                    <a:pt x="56" y="157"/>
                    <a:pt x="57" y="152"/>
                    <a:pt x="56" y="148"/>
                  </a:cubicBezTo>
                  <a:cubicBezTo>
                    <a:pt x="43" y="148"/>
                    <a:pt x="37" y="157"/>
                    <a:pt x="27" y="161"/>
                  </a:cubicBezTo>
                  <a:cubicBezTo>
                    <a:pt x="18" y="162"/>
                    <a:pt x="3" y="154"/>
                    <a:pt x="0" y="147"/>
                  </a:cubicBezTo>
                  <a:cubicBezTo>
                    <a:pt x="0" y="136"/>
                    <a:pt x="3" y="141"/>
                    <a:pt x="14" y="140"/>
                  </a:cubicBezTo>
                  <a:cubicBezTo>
                    <a:pt x="28" y="138"/>
                    <a:pt x="43" y="130"/>
                    <a:pt x="56" y="124"/>
                  </a:cubicBezTo>
                  <a:cubicBezTo>
                    <a:pt x="59" y="121"/>
                    <a:pt x="59" y="121"/>
                    <a:pt x="61" y="121"/>
                  </a:cubicBezTo>
                  <a:cubicBezTo>
                    <a:pt x="64" y="112"/>
                    <a:pt x="66" y="110"/>
                    <a:pt x="75" y="108"/>
                  </a:cubicBezTo>
                  <a:cubicBezTo>
                    <a:pt x="79" y="106"/>
                    <a:pt x="79" y="106"/>
                    <a:pt x="90" y="100"/>
                  </a:cubicBezTo>
                  <a:cubicBezTo>
                    <a:pt x="90" y="99"/>
                    <a:pt x="91" y="98"/>
                    <a:pt x="91" y="96"/>
                  </a:cubicBezTo>
                  <a:cubicBezTo>
                    <a:pt x="74" y="98"/>
                    <a:pt x="61" y="112"/>
                    <a:pt x="48" y="121"/>
                  </a:cubicBezTo>
                  <a:cubicBezTo>
                    <a:pt x="41" y="122"/>
                    <a:pt x="36" y="121"/>
                    <a:pt x="32" y="119"/>
                  </a:cubicBezTo>
                  <a:cubicBezTo>
                    <a:pt x="29" y="120"/>
                    <a:pt x="12" y="123"/>
                    <a:pt x="20" y="116"/>
                  </a:cubicBezTo>
                  <a:cubicBezTo>
                    <a:pt x="25" y="114"/>
                    <a:pt x="29" y="111"/>
                    <a:pt x="34" y="108"/>
                  </a:cubicBezTo>
                  <a:cubicBezTo>
                    <a:pt x="47" y="100"/>
                    <a:pt x="61" y="93"/>
                    <a:pt x="74" y="85"/>
                  </a:cubicBezTo>
                  <a:cubicBezTo>
                    <a:pt x="74" y="83"/>
                    <a:pt x="73" y="82"/>
                    <a:pt x="73" y="81"/>
                  </a:cubicBezTo>
                  <a:cubicBezTo>
                    <a:pt x="73" y="79"/>
                    <a:pt x="74" y="77"/>
                    <a:pt x="74" y="75"/>
                  </a:cubicBezTo>
                  <a:cubicBezTo>
                    <a:pt x="72" y="76"/>
                    <a:pt x="71" y="76"/>
                    <a:pt x="71" y="78"/>
                  </a:cubicBezTo>
                  <a:cubicBezTo>
                    <a:pt x="63" y="81"/>
                    <a:pt x="59" y="88"/>
                    <a:pt x="53" y="81"/>
                  </a:cubicBezTo>
                  <a:cubicBezTo>
                    <a:pt x="51" y="88"/>
                    <a:pt x="46" y="93"/>
                    <a:pt x="39" y="93"/>
                  </a:cubicBezTo>
                  <a:cubicBezTo>
                    <a:pt x="32" y="89"/>
                    <a:pt x="32" y="77"/>
                    <a:pt x="31" y="72"/>
                  </a:cubicBezTo>
                  <a:cubicBezTo>
                    <a:pt x="30" y="71"/>
                    <a:pt x="29" y="67"/>
                    <a:pt x="27" y="61"/>
                  </a:cubicBezTo>
                  <a:cubicBezTo>
                    <a:pt x="24" y="55"/>
                    <a:pt x="18" y="47"/>
                    <a:pt x="22" y="42"/>
                  </a:cubicBezTo>
                  <a:cubicBezTo>
                    <a:pt x="27" y="38"/>
                    <a:pt x="29" y="37"/>
                    <a:pt x="33" y="44"/>
                  </a:cubicBezTo>
                  <a:cubicBezTo>
                    <a:pt x="37" y="47"/>
                    <a:pt x="42" y="51"/>
                    <a:pt x="45" y="56"/>
                  </a:cubicBezTo>
                  <a:cubicBezTo>
                    <a:pt x="45" y="56"/>
                    <a:pt x="46" y="56"/>
                    <a:pt x="46" y="56"/>
                  </a:cubicBezTo>
                  <a:cubicBezTo>
                    <a:pt x="48" y="62"/>
                    <a:pt x="54" y="69"/>
                    <a:pt x="53" y="77"/>
                  </a:cubicBezTo>
                  <a:cubicBezTo>
                    <a:pt x="57" y="75"/>
                    <a:pt x="62" y="71"/>
                    <a:pt x="60" y="66"/>
                  </a:cubicBezTo>
                  <a:cubicBezTo>
                    <a:pt x="53" y="63"/>
                    <a:pt x="57" y="57"/>
                    <a:pt x="61" y="55"/>
                  </a:cubicBezTo>
                  <a:cubicBezTo>
                    <a:pt x="64" y="55"/>
                    <a:pt x="64" y="55"/>
                    <a:pt x="68" y="55"/>
                  </a:cubicBezTo>
                  <a:cubicBezTo>
                    <a:pt x="68" y="53"/>
                    <a:pt x="68" y="53"/>
                    <a:pt x="67" y="52"/>
                  </a:cubicBezTo>
                  <a:cubicBezTo>
                    <a:pt x="62" y="50"/>
                    <a:pt x="63" y="49"/>
                    <a:pt x="64" y="45"/>
                  </a:cubicBezTo>
                  <a:cubicBezTo>
                    <a:pt x="58" y="43"/>
                    <a:pt x="56" y="37"/>
                    <a:pt x="58" y="32"/>
                  </a:cubicBezTo>
                  <a:cubicBezTo>
                    <a:pt x="76" y="28"/>
                    <a:pt x="76" y="28"/>
                    <a:pt x="84" y="25"/>
                  </a:cubicBezTo>
                  <a:cubicBezTo>
                    <a:pt x="89" y="19"/>
                    <a:pt x="95" y="0"/>
                    <a:pt x="106" y="4"/>
                  </a:cubicBezTo>
                  <a:cubicBezTo>
                    <a:pt x="109" y="7"/>
                    <a:pt x="111" y="14"/>
                    <a:pt x="111" y="20"/>
                  </a:cubicBezTo>
                  <a:cubicBezTo>
                    <a:pt x="109" y="23"/>
                    <a:pt x="107" y="25"/>
                    <a:pt x="107" y="28"/>
                  </a:cubicBezTo>
                  <a:cubicBezTo>
                    <a:pt x="108" y="28"/>
                    <a:pt x="109" y="28"/>
                    <a:pt x="110" y="29"/>
                  </a:cubicBezTo>
                  <a:cubicBezTo>
                    <a:pt x="117" y="25"/>
                    <a:pt x="121" y="21"/>
                    <a:pt x="125" y="31"/>
                  </a:cubicBezTo>
                  <a:cubicBezTo>
                    <a:pt x="132" y="35"/>
                    <a:pt x="134" y="34"/>
                    <a:pt x="132" y="44"/>
                  </a:cubicBezTo>
                  <a:cubicBezTo>
                    <a:pt x="127" y="55"/>
                    <a:pt x="121" y="66"/>
                    <a:pt x="115" y="76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7" y="77"/>
                    <a:pt x="118" y="78"/>
                    <a:pt x="119" y="78"/>
                  </a:cubicBezTo>
                  <a:cubicBezTo>
                    <a:pt x="120" y="83"/>
                    <a:pt x="120" y="88"/>
                    <a:pt x="120" y="94"/>
                  </a:cubicBezTo>
                  <a:cubicBezTo>
                    <a:pt x="116" y="100"/>
                    <a:pt x="110" y="100"/>
                    <a:pt x="103" y="101"/>
                  </a:cubicBezTo>
                  <a:cubicBezTo>
                    <a:pt x="94" y="106"/>
                    <a:pt x="86" y="109"/>
                    <a:pt x="78" y="114"/>
                  </a:cubicBezTo>
                  <a:cubicBezTo>
                    <a:pt x="78" y="116"/>
                    <a:pt x="78" y="118"/>
                    <a:pt x="79" y="120"/>
                  </a:cubicBezTo>
                  <a:cubicBezTo>
                    <a:pt x="83" y="120"/>
                    <a:pt x="87" y="120"/>
                    <a:pt x="92" y="119"/>
                  </a:cubicBezTo>
                  <a:cubicBezTo>
                    <a:pt x="96" y="123"/>
                    <a:pt x="96" y="131"/>
                    <a:pt x="93" y="136"/>
                  </a:cubicBezTo>
                  <a:cubicBezTo>
                    <a:pt x="88" y="137"/>
                    <a:pt x="85" y="138"/>
                    <a:pt x="81" y="140"/>
                  </a:cubicBezTo>
                  <a:cubicBezTo>
                    <a:pt x="81" y="142"/>
                    <a:pt x="81" y="144"/>
                    <a:pt x="80" y="147"/>
                  </a:cubicBezTo>
                  <a:cubicBezTo>
                    <a:pt x="81" y="156"/>
                    <a:pt x="85" y="178"/>
                    <a:pt x="72" y="180"/>
                  </a:cubicBezTo>
                  <a:moveTo>
                    <a:pt x="99" y="67"/>
                  </a:moveTo>
                  <a:cubicBezTo>
                    <a:pt x="103" y="63"/>
                    <a:pt x="106" y="58"/>
                    <a:pt x="106" y="53"/>
                  </a:cubicBezTo>
                  <a:cubicBezTo>
                    <a:pt x="102" y="49"/>
                    <a:pt x="96" y="49"/>
                    <a:pt x="92" y="49"/>
                  </a:cubicBezTo>
                  <a:cubicBezTo>
                    <a:pt x="92" y="51"/>
                    <a:pt x="92" y="51"/>
                    <a:pt x="87" y="59"/>
                  </a:cubicBezTo>
                  <a:cubicBezTo>
                    <a:pt x="88" y="59"/>
                    <a:pt x="88" y="59"/>
                    <a:pt x="89" y="59"/>
                  </a:cubicBezTo>
                  <a:cubicBezTo>
                    <a:pt x="88" y="60"/>
                    <a:pt x="88" y="60"/>
                    <a:pt x="87" y="60"/>
                  </a:cubicBezTo>
                  <a:cubicBezTo>
                    <a:pt x="87" y="60"/>
                    <a:pt x="88" y="60"/>
                    <a:pt x="88" y="61"/>
                  </a:cubicBezTo>
                  <a:cubicBezTo>
                    <a:pt x="90" y="61"/>
                    <a:pt x="91" y="59"/>
                    <a:pt x="92" y="58"/>
                  </a:cubicBezTo>
                  <a:cubicBezTo>
                    <a:pt x="98" y="57"/>
                    <a:pt x="98" y="59"/>
                    <a:pt x="98" y="67"/>
                  </a:cubicBezTo>
                  <a:cubicBezTo>
                    <a:pt x="98" y="67"/>
                    <a:pt x="98" y="67"/>
                    <a:pt x="99" y="6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87">
              <a:extLst>
                <a:ext uri="{FF2B5EF4-FFF2-40B4-BE49-F238E27FC236}">
                  <a16:creationId xmlns:a16="http://schemas.microsoft.com/office/drawing/2014/main" id="{5CBEA33D-5CD1-43C1-97C3-6A87B3B91F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5" y="933"/>
              <a:ext cx="31" cy="40"/>
            </a:xfrm>
            <a:custGeom>
              <a:avLst/>
              <a:gdLst>
                <a:gd name="T0" fmla="*/ 0 w 31"/>
                <a:gd name="T1" fmla="*/ 35 h 40"/>
                <a:gd name="T2" fmla="*/ 24 w 31"/>
                <a:gd name="T3" fmla="*/ 5 h 40"/>
                <a:gd name="T4" fmla="*/ 2 w 31"/>
                <a:gd name="T5" fmla="*/ 5 h 40"/>
                <a:gd name="T6" fmla="*/ 2 w 31"/>
                <a:gd name="T7" fmla="*/ 3 h 40"/>
                <a:gd name="T8" fmla="*/ 2 w 31"/>
                <a:gd name="T9" fmla="*/ 0 h 40"/>
                <a:gd name="T10" fmla="*/ 31 w 31"/>
                <a:gd name="T11" fmla="*/ 0 h 40"/>
                <a:gd name="T12" fmla="*/ 31 w 31"/>
                <a:gd name="T13" fmla="*/ 3 h 40"/>
                <a:gd name="T14" fmla="*/ 31 w 31"/>
                <a:gd name="T15" fmla="*/ 5 h 40"/>
                <a:gd name="T16" fmla="*/ 6 w 31"/>
                <a:gd name="T17" fmla="*/ 35 h 40"/>
                <a:gd name="T18" fmla="*/ 31 w 31"/>
                <a:gd name="T19" fmla="*/ 35 h 40"/>
                <a:gd name="T20" fmla="*/ 31 w 31"/>
                <a:gd name="T21" fmla="*/ 37 h 40"/>
                <a:gd name="T22" fmla="*/ 31 w 31"/>
                <a:gd name="T23" fmla="*/ 40 h 40"/>
                <a:gd name="T24" fmla="*/ 0 w 31"/>
                <a:gd name="T25" fmla="*/ 40 h 40"/>
                <a:gd name="T26" fmla="*/ 0 w 31"/>
                <a:gd name="T27" fmla="*/ 37 h 40"/>
                <a:gd name="T28" fmla="*/ 0 w 31"/>
                <a:gd name="T29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0" y="35"/>
                  </a:moveTo>
                  <a:lnTo>
                    <a:pt x="24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6" y="35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88">
              <a:extLst>
                <a:ext uri="{FF2B5EF4-FFF2-40B4-BE49-F238E27FC236}">
                  <a16:creationId xmlns:a16="http://schemas.microsoft.com/office/drawing/2014/main" id="{4635C5A0-26DC-44A3-BB50-16B1ED32F4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933"/>
              <a:ext cx="31" cy="40"/>
            </a:xfrm>
            <a:custGeom>
              <a:avLst/>
              <a:gdLst>
                <a:gd name="T0" fmla="*/ 0 w 31"/>
                <a:gd name="T1" fmla="*/ 0 h 40"/>
                <a:gd name="T2" fmla="*/ 2 w 31"/>
                <a:gd name="T3" fmla="*/ 0 h 40"/>
                <a:gd name="T4" fmla="*/ 5 w 31"/>
                <a:gd name="T5" fmla="*/ 0 h 40"/>
                <a:gd name="T6" fmla="*/ 5 w 31"/>
                <a:gd name="T7" fmla="*/ 16 h 40"/>
                <a:gd name="T8" fmla="*/ 26 w 31"/>
                <a:gd name="T9" fmla="*/ 16 h 40"/>
                <a:gd name="T10" fmla="*/ 26 w 31"/>
                <a:gd name="T11" fmla="*/ 0 h 40"/>
                <a:gd name="T12" fmla="*/ 28 w 31"/>
                <a:gd name="T13" fmla="*/ 0 h 40"/>
                <a:gd name="T14" fmla="*/ 31 w 31"/>
                <a:gd name="T15" fmla="*/ 0 h 40"/>
                <a:gd name="T16" fmla="*/ 31 w 31"/>
                <a:gd name="T17" fmla="*/ 40 h 40"/>
                <a:gd name="T18" fmla="*/ 28 w 31"/>
                <a:gd name="T19" fmla="*/ 40 h 40"/>
                <a:gd name="T20" fmla="*/ 26 w 31"/>
                <a:gd name="T21" fmla="*/ 40 h 40"/>
                <a:gd name="T22" fmla="*/ 26 w 31"/>
                <a:gd name="T23" fmla="*/ 21 h 40"/>
                <a:gd name="T24" fmla="*/ 5 w 31"/>
                <a:gd name="T25" fmla="*/ 21 h 40"/>
                <a:gd name="T26" fmla="*/ 5 w 31"/>
                <a:gd name="T27" fmla="*/ 40 h 40"/>
                <a:gd name="T28" fmla="*/ 2 w 31"/>
                <a:gd name="T29" fmla="*/ 40 h 40"/>
                <a:gd name="T30" fmla="*/ 0 w 31"/>
                <a:gd name="T31" fmla="*/ 40 h 40"/>
                <a:gd name="T32" fmla="*/ 0 w 31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16"/>
                  </a:lnTo>
                  <a:lnTo>
                    <a:pt x="26" y="16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21"/>
                  </a:lnTo>
                  <a:lnTo>
                    <a:pt x="5" y="2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89">
              <a:extLst>
                <a:ext uri="{FF2B5EF4-FFF2-40B4-BE49-F238E27FC236}">
                  <a16:creationId xmlns:a16="http://schemas.microsoft.com/office/drawing/2014/main" id="{9C138777-C4AA-493B-A11B-92E825C06B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3" y="933"/>
              <a:ext cx="29" cy="40"/>
            </a:xfrm>
            <a:custGeom>
              <a:avLst/>
              <a:gdLst>
                <a:gd name="T0" fmla="*/ 0 w 29"/>
                <a:gd name="T1" fmla="*/ 40 h 40"/>
                <a:gd name="T2" fmla="*/ 0 w 29"/>
                <a:gd name="T3" fmla="*/ 0 h 40"/>
                <a:gd name="T4" fmla="*/ 29 w 29"/>
                <a:gd name="T5" fmla="*/ 0 h 40"/>
                <a:gd name="T6" fmla="*/ 29 w 29"/>
                <a:gd name="T7" fmla="*/ 3 h 40"/>
                <a:gd name="T8" fmla="*/ 29 w 29"/>
                <a:gd name="T9" fmla="*/ 5 h 40"/>
                <a:gd name="T10" fmla="*/ 6 w 29"/>
                <a:gd name="T11" fmla="*/ 5 h 40"/>
                <a:gd name="T12" fmla="*/ 6 w 29"/>
                <a:gd name="T13" fmla="*/ 16 h 40"/>
                <a:gd name="T14" fmla="*/ 27 w 29"/>
                <a:gd name="T15" fmla="*/ 16 h 40"/>
                <a:gd name="T16" fmla="*/ 27 w 29"/>
                <a:gd name="T17" fmla="*/ 19 h 40"/>
                <a:gd name="T18" fmla="*/ 27 w 29"/>
                <a:gd name="T19" fmla="*/ 21 h 40"/>
                <a:gd name="T20" fmla="*/ 6 w 29"/>
                <a:gd name="T21" fmla="*/ 21 h 40"/>
                <a:gd name="T22" fmla="*/ 6 w 29"/>
                <a:gd name="T23" fmla="*/ 35 h 40"/>
                <a:gd name="T24" fmla="*/ 29 w 29"/>
                <a:gd name="T25" fmla="*/ 35 h 40"/>
                <a:gd name="T26" fmla="*/ 29 w 29"/>
                <a:gd name="T27" fmla="*/ 37 h 40"/>
                <a:gd name="T28" fmla="*/ 29 w 29"/>
                <a:gd name="T29" fmla="*/ 40 h 40"/>
                <a:gd name="T30" fmla="*/ 0 w 29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lnTo>
                    <a:pt x="0" y="0"/>
                  </a:lnTo>
                  <a:lnTo>
                    <a:pt x="29" y="0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29" y="35"/>
                  </a:lnTo>
                  <a:lnTo>
                    <a:pt x="29" y="37"/>
                  </a:lnTo>
                  <a:lnTo>
                    <a:pt x="29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90">
              <a:extLst>
                <a:ext uri="{FF2B5EF4-FFF2-40B4-BE49-F238E27FC236}">
                  <a16:creationId xmlns:a16="http://schemas.microsoft.com/office/drawing/2014/main" id="{6A1F8203-DE09-4A8B-A300-2B782720AA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2" y="933"/>
              <a:ext cx="22" cy="40"/>
            </a:xfrm>
            <a:custGeom>
              <a:avLst/>
              <a:gdLst>
                <a:gd name="T0" fmla="*/ 14 w 18"/>
                <a:gd name="T1" fmla="*/ 0 h 32"/>
                <a:gd name="T2" fmla="*/ 16 w 18"/>
                <a:gd name="T3" fmla="*/ 0 h 32"/>
                <a:gd name="T4" fmla="*/ 18 w 18"/>
                <a:gd name="T5" fmla="*/ 0 h 32"/>
                <a:gd name="T6" fmla="*/ 18 w 18"/>
                <a:gd name="T7" fmla="*/ 23 h 32"/>
                <a:gd name="T8" fmla="*/ 16 w 18"/>
                <a:gd name="T9" fmla="*/ 30 h 32"/>
                <a:gd name="T10" fmla="*/ 9 w 18"/>
                <a:gd name="T11" fmla="*/ 32 h 32"/>
                <a:gd name="T12" fmla="*/ 2 w 18"/>
                <a:gd name="T13" fmla="*/ 30 h 32"/>
                <a:gd name="T14" fmla="*/ 0 w 18"/>
                <a:gd name="T15" fmla="*/ 23 h 32"/>
                <a:gd name="T16" fmla="*/ 0 w 18"/>
                <a:gd name="T17" fmla="*/ 21 h 32"/>
                <a:gd name="T18" fmla="*/ 4 w 18"/>
                <a:gd name="T19" fmla="*/ 21 h 32"/>
                <a:gd name="T20" fmla="*/ 4 w 18"/>
                <a:gd name="T21" fmla="*/ 23 h 32"/>
                <a:gd name="T22" fmla="*/ 6 w 18"/>
                <a:gd name="T23" fmla="*/ 27 h 32"/>
                <a:gd name="T24" fmla="*/ 9 w 18"/>
                <a:gd name="T25" fmla="*/ 29 h 32"/>
                <a:gd name="T26" fmla="*/ 13 w 18"/>
                <a:gd name="T27" fmla="*/ 27 h 32"/>
                <a:gd name="T28" fmla="*/ 14 w 18"/>
                <a:gd name="T29" fmla="*/ 23 h 32"/>
                <a:gd name="T30" fmla="*/ 14 w 18"/>
                <a:gd name="T3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32">
                  <a:moveTo>
                    <a:pt x="1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6"/>
                    <a:pt x="18" y="28"/>
                    <a:pt x="16" y="30"/>
                  </a:cubicBezTo>
                  <a:cubicBezTo>
                    <a:pt x="14" y="32"/>
                    <a:pt x="12" y="32"/>
                    <a:pt x="9" y="32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5"/>
                    <a:pt x="5" y="26"/>
                    <a:pt x="6" y="27"/>
                  </a:cubicBezTo>
                  <a:cubicBezTo>
                    <a:pt x="6" y="28"/>
                    <a:pt x="8" y="29"/>
                    <a:pt x="9" y="29"/>
                  </a:cubicBezTo>
                  <a:cubicBezTo>
                    <a:pt x="11" y="29"/>
                    <a:pt x="12" y="28"/>
                    <a:pt x="13" y="27"/>
                  </a:cubicBezTo>
                  <a:cubicBezTo>
                    <a:pt x="14" y="26"/>
                    <a:pt x="14" y="24"/>
                    <a:pt x="14" y="23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91">
              <a:extLst>
                <a:ext uri="{FF2B5EF4-FFF2-40B4-BE49-F238E27FC236}">
                  <a16:creationId xmlns:a16="http://schemas.microsoft.com/office/drawing/2014/main" id="{60097EB1-E8C1-4137-AF99-8DA3658513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9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3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3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92">
              <a:extLst>
                <a:ext uri="{FF2B5EF4-FFF2-40B4-BE49-F238E27FC236}">
                  <a16:creationId xmlns:a16="http://schemas.microsoft.com/office/drawing/2014/main" id="{2F7C216D-280A-4FBA-A92E-1523EEE326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" y="933"/>
              <a:ext cx="36" cy="40"/>
            </a:xfrm>
            <a:custGeom>
              <a:avLst/>
              <a:gdLst>
                <a:gd name="T0" fmla="*/ 15 w 36"/>
                <a:gd name="T1" fmla="*/ 0 h 40"/>
                <a:gd name="T2" fmla="*/ 19 w 36"/>
                <a:gd name="T3" fmla="*/ 0 h 40"/>
                <a:gd name="T4" fmla="*/ 21 w 36"/>
                <a:gd name="T5" fmla="*/ 0 h 40"/>
                <a:gd name="T6" fmla="*/ 36 w 36"/>
                <a:gd name="T7" fmla="*/ 40 h 40"/>
                <a:gd name="T8" fmla="*/ 33 w 36"/>
                <a:gd name="T9" fmla="*/ 40 h 40"/>
                <a:gd name="T10" fmla="*/ 30 w 36"/>
                <a:gd name="T11" fmla="*/ 40 h 40"/>
                <a:gd name="T12" fmla="*/ 26 w 36"/>
                <a:gd name="T13" fmla="*/ 27 h 40"/>
                <a:gd name="T14" fmla="*/ 10 w 36"/>
                <a:gd name="T15" fmla="*/ 27 h 40"/>
                <a:gd name="T16" fmla="*/ 7 w 36"/>
                <a:gd name="T17" fmla="*/ 40 h 40"/>
                <a:gd name="T18" fmla="*/ 4 w 36"/>
                <a:gd name="T19" fmla="*/ 40 h 40"/>
                <a:gd name="T20" fmla="*/ 0 w 36"/>
                <a:gd name="T21" fmla="*/ 40 h 40"/>
                <a:gd name="T22" fmla="*/ 15 w 36"/>
                <a:gd name="T23" fmla="*/ 0 h 40"/>
                <a:gd name="T24" fmla="*/ 12 w 36"/>
                <a:gd name="T25" fmla="*/ 24 h 40"/>
                <a:gd name="T26" fmla="*/ 24 w 36"/>
                <a:gd name="T27" fmla="*/ 24 h 40"/>
                <a:gd name="T28" fmla="*/ 19 w 36"/>
                <a:gd name="T29" fmla="*/ 5 h 40"/>
                <a:gd name="T30" fmla="*/ 19 w 36"/>
                <a:gd name="T31" fmla="*/ 5 h 40"/>
                <a:gd name="T32" fmla="*/ 12 w 36"/>
                <a:gd name="T33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40">
                  <a:moveTo>
                    <a:pt x="15" y="0"/>
                  </a:moveTo>
                  <a:lnTo>
                    <a:pt x="19" y="0"/>
                  </a:lnTo>
                  <a:lnTo>
                    <a:pt x="21" y="0"/>
                  </a:lnTo>
                  <a:lnTo>
                    <a:pt x="36" y="40"/>
                  </a:lnTo>
                  <a:lnTo>
                    <a:pt x="33" y="40"/>
                  </a:lnTo>
                  <a:lnTo>
                    <a:pt x="30" y="40"/>
                  </a:lnTo>
                  <a:lnTo>
                    <a:pt x="26" y="27"/>
                  </a:lnTo>
                  <a:lnTo>
                    <a:pt x="10" y="27"/>
                  </a:lnTo>
                  <a:lnTo>
                    <a:pt x="7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15" y="0"/>
                  </a:lnTo>
                  <a:close/>
                  <a:moveTo>
                    <a:pt x="12" y="24"/>
                  </a:moveTo>
                  <a:lnTo>
                    <a:pt x="24" y="2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2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93">
              <a:extLst>
                <a:ext uri="{FF2B5EF4-FFF2-40B4-BE49-F238E27FC236}">
                  <a16:creationId xmlns:a16="http://schemas.microsoft.com/office/drawing/2014/main" id="{B8D6D20E-EC7F-4522-B269-F6322F8F7E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1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3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4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9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9 w 31"/>
                <a:gd name="T23" fmla="*/ 40 h 40"/>
                <a:gd name="T24" fmla="*/ 26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9" y="40"/>
                  </a:lnTo>
                  <a:lnTo>
                    <a:pt x="26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94">
              <a:extLst>
                <a:ext uri="{FF2B5EF4-FFF2-40B4-BE49-F238E27FC236}">
                  <a16:creationId xmlns:a16="http://schemas.microsoft.com/office/drawing/2014/main" id="{A47DA623-0FEF-4722-83E0-CFD57D046A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932"/>
              <a:ext cx="36" cy="41"/>
            </a:xfrm>
            <a:custGeom>
              <a:avLst/>
              <a:gdLst>
                <a:gd name="T0" fmla="*/ 15 w 29"/>
                <a:gd name="T1" fmla="*/ 33 h 33"/>
                <a:gd name="T2" fmla="*/ 4 w 29"/>
                <a:gd name="T3" fmla="*/ 29 h 33"/>
                <a:gd name="T4" fmla="*/ 0 w 29"/>
                <a:gd name="T5" fmla="*/ 17 h 33"/>
                <a:gd name="T6" fmla="*/ 4 w 29"/>
                <a:gd name="T7" fmla="*/ 5 h 33"/>
                <a:gd name="T8" fmla="*/ 15 w 29"/>
                <a:gd name="T9" fmla="*/ 0 h 33"/>
                <a:gd name="T10" fmla="*/ 24 w 29"/>
                <a:gd name="T11" fmla="*/ 3 h 33"/>
                <a:gd name="T12" fmla="*/ 28 w 29"/>
                <a:gd name="T13" fmla="*/ 10 h 33"/>
                <a:gd name="T14" fmla="*/ 24 w 29"/>
                <a:gd name="T15" fmla="*/ 10 h 33"/>
                <a:gd name="T16" fmla="*/ 21 w 29"/>
                <a:gd name="T17" fmla="*/ 5 h 33"/>
                <a:gd name="T18" fmla="*/ 15 w 29"/>
                <a:gd name="T19" fmla="*/ 4 h 33"/>
                <a:gd name="T20" fmla="*/ 7 w 29"/>
                <a:gd name="T21" fmla="*/ 7 h 33"/>
                <a:gd name="T22" fmla="*/ 4 w 29"/>
                <a:gd name="T23" fmla="*/ 17 h 33"/>
                <a:gd name="T24" fmla="*/ 7 w 29"/>
                <a:gd name="T25" fmla="*/ 26 h 33"/>
                <a:gd name="T26" fmla="*/ 15 w 29"/>
                <a:gd name="T27" fmla="*/ 30 h 33"/>
                <a:gd name="T28" fmla="*/ 23 w 29"/>
                <a:gd name="T29" fmla="*/ 26 h 33"/>
                <a:gd name="T30" fmla="*/ 24 w 29"/>
                <a:gd name="T31" fmla="*/ 25 h 33"/>
                <a:gd name="T32" fmla="*/ 25 w 29"/>
                <a:gd name="T33" fmla="*/ 23 h 33"/>
                <a:gd name="T34" fmla="*/ 25 w 29"/>
                <a:gd name="T35" fmla="*/ 20 h 33"/>
                <a:gd name="T36" fmla="*/ 25 w 29"/>
                <a:gd name="T37" fmla="*/ 19 h 33"/>
                <a:gd name="T38" fmla="*/ 15 w 29"/>
                <a:gd name="T39" fmla="*/ 19 h 33"/>
                <a:gd name="T40" fmla="*/ 15 w 29"/>
                <a:gd name="T41" fmla="*/ 16 h 33"/>
                <a:gd name="T42" fmla="*/ 29 w 29"/>
                <a:gd name="T43" fmla="*/ 16 h 33"/>
                <a:gd name="T44" fmla="*/ 29 w 29"/>
                <a:gd name="T45" fmla="*/ 32 h 33"/>
                <a:gd name="T46" fmla="*/ 26 w 29"/>
                <a:gd name="T47" fmla="*/ 32 h 33"/>
                <a:gd name="T48" fmla="*/ 25 w 29"/>
                <a:gd name="T49" fmla="*/ 28 h 33"/>
                <a:gd name="T50" fmla="*/ 25 w 29"/>
                <a:gd name="T51" fmla="*/ 29 h 33"/>
                <a:gd name="T52" fmla="*/ 15 w 29"/>
                <a:gd name="T5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3">
                  <a:moveTo>
                    <a:pt x="15" y="33"/>
                  </a:moveTo>
                  <a:cubicBezTo>
                    <a:pt x="10" y="33"/>
                    <a:pt x="7" y="32"/>
                    <a:pt x="4" y="29"/>
                  </a:cubicBezTo>
                  <a:cubicBezTo>
                    <a:pt x="1" y="26"/>
                    <a:pt x="0" y="22"/>
                    <a:pt x="0" y="17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1"/>
                    <a:pt x="10" y="0"/>
                    <a:pt x="15" y="0"/>
                  </a:cubicBezTo>
                  <a:cubicBezTo>
                    <a:pt x="18" y="0"/>
                    <a:pt x="21" y="1"/>
                    <a:pt x="24" y="3"/>
                  </a:cubicBezTo>
                  <a:cubicBezTo>
                    <a:pt x="26" y="5"/>
                    <a:pt x="28" y="7"/>
                    <a:pt x="28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8"/>
                    <a:pt x="23" y="7"/>
                    <a:pt x="21" y="5"/>
                  </a:cubicBezTo>
                  <a:cubicBezTo>
                    <a:pt x="19" y="4"/>
                    <a:pt x="17" y="4"/>
                    <a:pt x="15" y="4"/>
                  </a:cubicBez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1"/>
                    <a:pt x="5" y="24"/>
                    <a:pt x="7" y="26"/>
                  </a:cubicBezTo>
                  <a:cubicBezTo>
                    <a:pt x="9" y="29"/>
                    <a:pt x="12" y="30"/>
                    <a:pt x="15" y="30"/>
                  </a:cubicBezTo>
                  <a:cubicBezTo>
                    <a:pt x="18" y="30"/>
                    <a:pt x="21" y="29"/>
                    <a:pt x="23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4" y="24"/>
                    <a:pt x="24" y="24"/>
                    <a:pt x="25" y="23"/>
                  </a:cubicBezTo>
                  <a:cubicBezTo>
                    <a:pt x="25" y="22"/>
                    <a:pt x="25" y="21"/>
                    <a:pt x="25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2" y="32"/>
                    <a:pt x="19" y="33"/>
                    <a:pt x="15" y="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95">
              <a:extLst>
                <a:ext uri="{FF2B5EF4-FFF2-40B4-BE49-F238E27FC236}">
                  <a16:creationId xmlns:a16="http://schemas.microsoft.com/office/drawing/2014/main" id="{0849BDAE-CDC3-4FA1-9BCC-809AA1A78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60" y="933"/>
              <a:ext cx="31" cy="40"/>
            </a:xfrm>
            <a:custGeom>
              <a:avLst/>
              <a:gdLst>
                <a:gd name="T0" fmla="*/ 25 w 25"/>
                <a:gd name="T1" fmla="*/ 20 h 32"/>
                <a:gd name="T2" fmla="*/ 21 w 25"/>
                <a:gd name="T3" fmla="*/ 29 h 32"/>
                <a:gd name="T4" fmla="*/ 12 w 25"/>
                <a:gd name="T5" fmla="*/ 32 h 32"/>
                <a:gd name="T6" fmla="*/ 3 w 25"/>
                <a:gd name="T7" fmla="*/ 29 h 32"/>
                <a:gd name="T8" fmla="*/ 0 w 25"/>
                <a:gd name="T9" fmla="*/ 20 h 32"/>
                <a:gd name="T10" fmla="*/ 0 w 25"/>
                <a:gd name="T11" fmla="*/ 0 h 32"/>
                <a:gd name="T12" fmla="*/ 2 w 25"/>
                <a:gd name="T13" fmla="*/ 0 h 32"/>
                <a:gd name="T14" fmla="*/ 4 w 25"/>
                <a:gd name="T15" fmla="*/ 0 h 32"/>
                <a:gd name="T16" fmla="*/ 4 w 25"/>
                <a:gd name="T17" fmla="*/ 20 h 32"/>
                <a:gd name="T18" fmla="*/ 6 w 25"/>
                <a:gd name="T19" fmla="*/ 26 h 32"/>
                <a:gd name="T20" fmla="*/ 12 w 25"/>
                <a:gd name="T21" fmla="*/ 29 h 32"/>
                <a:gd name="T22" fmla="*/ 18 w 25"/>
                <a:gd name="T23" fmla="*/ 26 h 32"/>
                <a:gd name="T24" fmla="*/ 20 w 25"/>
                <a:gd name="T25" fmla="*/ 20 h 32"/>
                <a:gd name="T26" fmla="*/ 20 w 25"/>
                <a:gd name="T27" fmla="*/ 0 h 32"/>
                <a:gd name="T28" fmla="*/ 22 w 25"/>
                <a:gd name="T29" fmla="*/ 0 h 32"/>
                <a:gd name="T30" fmla="*/ 25 w 25"/>
                <a:gd name="T31" fmla="*/ 0 h 32"/>
                <a:gd name="T32" fmla="*/ 25 w 25"/>
                <a:gd name="T33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2">
                  <a:moveTo>
                    <a:pt x="25" y="20"/>
                  </a:moveTo>
                  <a:cubicBezTo>
                    <a:pt x="25" y="24"/>
                    <a:pt x="23" y="27"/>
                    <a:pt x="21" y="29"/>
                  </a:cubicBezTo>
                  <a:cubicBezTo>
                    <a:pt x="19" y="31"/>
                    <a:pt x="16" y="32"/>
                    <a:pt x="12" y="32"/>
                  </a:cubicBezTo>
                  <a:cubicBezTo>
                    <a:pt x="8" y="32"/>
                    <a:pt x="5" y="31"/>
                    <a:pt x="3" y="29"/>
                  </a:cubicBezTo>
                  <a:cubicBezTo>
                    <a:pt x="1" y="27"/>
                    <a:pt x="0" y="24"/>
                    <a:pt x="0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3"/>
                    <a:pt x="5" y="25"/>
                    <a:pt x="6" y="26"/>
                  </a:cubicBezTo>
                  <a:cubicBezTo>
                    <a:pt x="7" y="28"/>
                    <a:pt x="9" y="29"/>
                    <a:pt x="12" y="29"/>
                  </a:cubicBezTo>
                  <a:cubicBezTo>
                    <a:pt x="15" y="29"/>
                    <a:pt x="17" y="28"/>
                    <a:pt x="18" y="26"/>
                  </a:cubicBezTo>
                  <a:cubicBezTo>
                    <a:pt x="20" y="25"/>
                    <a:pt x="20" y="23"/>
                    <a:pt x="20" y="2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2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96">
              <a:extLst>
                <a:ext uri="{FF2B5EF4-FFF2-40B4-BE49-F238E27FC236}">
                  <a16:creationId xmlns:a16="http://schemas.microsoft.com/office/drawing/2014/main" id="{1061A279-9DB7-473F-A96F-3E7BE93CCD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06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2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2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8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8 w 31"/>
                <a:gd name="T23" fmla="*/ 40 h 40"/>
                <a:gd name="T24" fmla="*/ 25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5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97">
              <a:extLst>
                <a:ext uri="{FF2B5EF4-FFF2-40B4-BE49-F238E27FC236}">
                  <a16:creationId xmlns:a16="http://schemas.microsoft.com/office/drawing/2014/main" id="{53D77FAC-8A4C-4FD3-AE68-B34E792FC5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2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98">
              <a:extLst>
                <a:ext uri="{FF2B5EF4-FFF2-40B4-BE49-F238E27FC236}">
                  <a16:creationId xmlns:a16="http://schemas.microsoft.com/office/drawing/2014/main" id="{BDB852DA-7BF7-4DA5-8D47-0C7C22BC42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7" y="933"/>
              <a:ext cx="34" cy="40"/>
            </a:xfrm>
            <a:custGeom>
              <a:avLst/>
              <a:gdLst>
                <a:gd name="T0" fmla="*/ 0 w 34"/>
                <a:gd name="T1" fmla="*/ 0 h 40"/>
                <a:gd name="T2" fmla="*/ 3 w 34"/>
                <a:gd name="T3" fmla="*/ 0 h 40"/>
                <a:gd name="T4" fmla="*/ 6 w 34"/>
                <a:gd name="T5" fmla="*/ 0 h 40"/>
                <a:gd name="T6" fmla="*/ 17 w 34"/>
                <a:gd name="T7" fmla="*/ 34 h 40"/>
                <a:gd name="T8" fmla="*/ 17 w 34"/>
                <a:gd name="T9" fmla="*/ 34 h 40"/>
                <a:gd name="T10" fmla="*/ 28 w 34"/>
                <a:gd name="T11" fmla="*/ 0 h 40"/>
                <a:gd name="T12" fmla="*/ 32 w 34"/>
                <a:gd name="T13" fmla="*/ 0 h 40"/>
                <a:gd name="T14" fmla="*/ 34 w 34"/>
                <a:gd name="T15" fmla="*/ 0 h 40"/>
                <a:gd name="T16" fmla="*/ 21 w 34"/>
                <a:gd name="T17" fmla="*/ 40 h 40"/>
                <a:gd name="T18" fmla="*/ 17 w 34"/>
                <a:gd name="T19" fmla="*/ 40 h 40"/>
                <a:gd name="T20" fmla="*/ 15 w 34"/>
                <a:gd name="T21" fmla="*/ 40 h 40"/>
                <a:gd name="T22" fmla="*/ 0 w 34"/>
                <a:gd name="T2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" h="40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1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99">
              <a:extLst>
                <a:ext uri="{FF2B5EF4-FFF2-40B4-BE49-F238E27FC236}">
                  <a16:creationId xmlns:a16="http://schemas.microsoft.com/office/drawing/2014/main" id="{7D9F34C6-C3BE-4C10-9503-E69A2CEAAA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1" y="933"/>
              <a:ext cx="30" cy="40"/>
            </a:xfrm>
            <a:custGeom>
              <a:avLst/>
              <a:gdLst>
                <a:gd name="T0" fmla="*/ 0 w 30"/>
                <a:gd name="T1" fmla="*/ 40 h 40"/>
                <a:gd name="T2" fmla="*/ 0 w 30"/>
                <a:gd name="T3" fmla="*/ 0 h 40"/>
                <a:gd name="T4" fmla="*/ 30 w 30"/>
                <a:gd name="T5" fmla="*/ 0 h 40"/>
                <a:gd name="T6" fmla="*/ 30 w 30"/>
                <a:gd name="T7" fmla="*/ 3 h 40"/>
                <a:gd name="T8" fmla="*/ 30 w 30"/>
                <a:gd name="T9" fmla="*/ 5 h 40"/>
                <a:gd name="T10" fmla="*/ 6 w 30"/>
                <a:gd name="T11" fmla="*/ 5 h 40"/>
                <a:gd name="T12" fmla="*/ 6 w 30"/>
                <a:gd name="T13" fmla="*/ 16 h 40"/>
                <a:gd name="T14" fmla="*/ 27 w 30"/>
                <a:gd name="T15" fmla="*/ 16 h 40"/>
                <a:gd name="T16" fmla="*/ 27 w 30"/>
                <a:gd name="T17" fmla="*/ 19 h 40"/>
                <a:gd name="T18" fmla="*/ 27 w 30"/>
                <a:gd name="T19" fmla="*/ 21 h 40"/>
                <a:gd name="T20" fmla="*/ 6 w 30"/>
                <a:gd name="T21" fmla="*/ 21 h 40"/>
                <a:gd name="T22" fmla="*/ 6 w 30"/>
                <a:gd name="T23" fmla="*/ 35 h 40"/>
                <a:gd name="T24" fmla="*/ 30 w 30"/>
                <a:gd name="T25" fmla="*/ 35 h 40"/>
                <a:gd name="T26" fmla="*/ 30 w 30"/>
                <a:gd name="T27" fmla="*/ 37 h 40"/>
                <a:gd name="T28" fmla="*/ 30 w 30"/>
                <a:gd name="T29" fmla="*/ 40 h 40"/>
                <a:gd name="T30" fmla="*/ 0 w 30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40">
                  <a:moveTo>
                    <a:pt x="0" y="40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30" y="35"/>
                  </a:lnTo>
                  <a:lnTo>
                    <a:pt x="30" y="37"/>
                  </a:lnTo>
                  <a:lnTo>
                    <a:pt x="30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00">
              <a:extLst>
                <a:ext uri="{FF2B5EF4-FFF2-40B4-BE49-F238E27FC236}">
                  <a16:creationId xmlns:a16="http://schemas.microsoft.com/office/drawing/2014/main" id="{FEF9E7A8-95C9-4C6B-9D9B-27F8ADE056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55" y="933"/>
              <a:ext cx="33" cy="40"/>
            </a:xfrm>
            <a:custGeom>
              <a:avLst/>
              <a:gdLst>
                <a:gd name="T0" fmla="*/ 0 w 27"/>
                <a:gd name="T1" fmla="*/ 0 h 32"/>
                <a:gd name="T2" fmla="*/ 2 w 27"/>
                <a:gd name="T3" fmla="*/ 0 h 32"/>
                <a:gd name="T4" fmla="*/ 15 w 27"/>
                <a:gd name="T5" fmla="*/ 0 h 32"/>
                <a:gd name="T6" fmla="*/ 23 w 27"/>
                <a:gd name="T7" fmla="*/ 2 h 32"/>
                <a:gd name="T8" fmla="*/ 25 w 27"/>
                <a:gd name="T9" fmla="*/ 8 h 32"/>
                <a:gd name="T10" fmla="*/ 23 w 27"/>
                <a:gd name="T11" fmla="*/ 15 h 32"/>
                <a:gd name="T12" fmla="*/ 21 w 27"/>
                <a:gd name="T13" fmla="*/ 16 h 32"/>
                <a:gd name="T14" fmla="*/ 22 w 27"/>
                <a:gd name="T15" fmla="*/ 16 h 32"/>
                <a:gd name="T16" fmla="*/ 25 w 27"/>
                <a:gd name="T17" fmla="*/ 22 h 32"/>
                <a:gd name="T18" fmla="*/ 25 w 27"/>
                <a:gd name="T19" fmla="*/ 28 h 32"/>
                <a:gd name="T20" fmla="*/ 25 w 27"/>
                <a:gd name="T21" fmla="*/ 30 h 32"/>
                <a:gd name="T22" fmla="*/ 27 w 27"/>
                <a:gd name="T23" fmla="*/ 31 h 32"/>
                <a:gd name="T24" fmla="*/ 27 w 27"/>
                <a:gd name="T25" fmla="*/ 31 h 32"/>
                <a:gd name="T26" fmla="*/ 21 w 27"/>
                <a:gd name="T27" fmla="*/ 31 h 32"/>
                <a:gd name="T28" fmla="*/ 21 w 27"/>
                <a:gd name="T29" fmla="*/ 29 h 32"/>
                <a:gd name="T30" fmla="*/ 21 w 27"/>
                <a:gd name="T31" fmla="*/ 26 h 32"/>
                <a:gd name="T32" fmla="*/ 21 w 27"/>
                <a:gd name="T33" fmla="*/ 23 h 32"/>
                <a:gd name="T34" fmla="*/ 19 w 27"/>
                <a:gd name="T35" fmla="*/ 19 h 32"/>
                <a:gd name="T36" fmla="*/ 15 w 27"/>
                <a:gd name="T37" fmla="*/ 18 h 32"/>
                <a:gd name="T38" fmla="*/ 4 w 27"/>
                <a:gd name="T39" fmla="*/ 18 h 32"/>
                <a:gd name="T40" fmla="*/ 4 w 27"/>
                <a:gd name="T41" fmla="*/ 32 h 32"/>
                <a:gd name="T42" fmla="*/ 2 w 27"/>
                <a:gd name="T43" fmla="*/ 32 h 32"/>
                <a:gd name="T44" fmla="*/ 0 w 27"/>
                <a:gd name="T45" fmla="*/ 32 h 32"/>
                <a:gd name="T46" fmla="*/ 0 w 27"/>
                <a:gd name="T47" fmla="*/ 0 h 32"/>
                <a:gd name="T48" fmla="*/ 4 w 27"/>
                <a:gd name="T49" fmla="*/ 14 h 32"/>
                <a:gd name="T50" fmla="*/ 15 w 27"/>
                <a:gd name="T51" fmla="*/ 14 h 32"/>
                <a:gd name="T52" fmla="*/ 19 w 27"/>
                <a:gd name="T53" fmla="*/ 13 h 32"/>
                <a:gd name="T54" fmla="*/ 21 w 27"/>
                <a:gd name="T55" fmla="*/ 9 h 32"/>
                <a:gd name="T56" fmla="*/ 19 w 27"/>
                <a:gd name="T57" fmla="*/ 5 h 32"/>
                <a:gd name="T58" fmla="*/ 15 w 27"/>
                <a:gd name="T59" fmla="*/ 3 h 32"/>
                <a:gd name="T60" fmla="*/ 4 w 27"/>
                <a:gd name="T61" fmla="*/ 3 h 32"/>
                <a:gd name="T62" fmla="*/ 4 w 27"/>
                <a:gd name="T63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" h="32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0"/>
                    <a:pt x="21" y="1"/>
                    <a:pt x="23" y="2"/>
                  </a:cubicBezTo>
                  <a:cubicBezTo>
                    <a:pt x="24" y="3"/>
                    <a:pt x="25" y="6"/>
                    <a:pt x="25" y="8"/>
                  </a:cubicBezTo>
                  <a:cubicBezTo>
                    <a:pt x="25" y="11"/>
                    <a:pt x="24" y="13"/>
                    <a:pt x="23" y="15"/>
                  </a:cubicBezTo>
                  <a:cubicBezTo>
                    <a:pt x="22" y="15"/>
                    <a:pt x="22" y="16"/>
                    <a:pt x="21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4" y="17"/>
                    <a:pt x="25" y="19"/>
                    <a:pt x="25" y="2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0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1" y="31"/>
                    <a:pt x="21" y="31"/>
                    <a:pt x="21" y="29"/>
                  </a:cubicBezTo>
                  <a:cubicBezTo>
                    <a:pt x="21" y="28"/>
                    <a:pt x="21" y="27"/>
                    <a:pt x="21" y="26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1"/>
                    <a:pt x="20" y="20"/>
                    <a:pt x="19" y="19"/>
                  </a:cubicBezTo>
                  <a:cubicBezTo>
                    <a:pt x="18" y="18"/>
                    <a:pt x="17" y="18"/>
                    <a:pt x="1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  <a:moveTo>
                    <a:pt x="4" y="14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9" y="14"/>
                    <a:pt x="19" y="13"/>
                  </a:cubicBezTo>
                  <a:cubicBezTo>
                    <a:pt x="20" y="12"/>
                    <a:pt x="21" y="11"/>
                    <a:pt x="21" y="9"/>
                  </a:cubicBezTo>
                  <a:cubicBezTo>
                    <a:pt x="21" y="7"/>
                    <a:pt x="20" y="5"/>
                    <a:pt x="19" y="5"/>
                  </a:cubicBezTo>
                  <a:cubicBezTo>
                    <a:pt x="18" y="4"/>
                    <a:pt x="17" y="3"/>
                    <a:pt x="15" y="3"/>
                  </a:cubicBezTo>
                  <a:cubicBezTo>
                    <a:pt x="4" y="3"/>
                    <a:pt x="4" y="3"/>
                    <a:pt x="4" y="3"/>
                  </a:cubicBezTo>
                  <a:lnTo>
                    <a:pt x="4" y="1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01">
              <a:extLst>
                <a:ext uri="{FF2B5EF4-FFF2-40B4-BE49-F238E27FC236}">
                  <a16:creationId xmlns:a16="http://schemas.microsoft.com/office/drawing/2014/main" id="{DD485E03-A0DB-40BA-8BD9-F34E29646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932"/>
              <a:ext cx="31" cy="41"/>
            </a:xfrm>
            <a:custGeom>
              <a:avLst/>
              <a:gdLst>
                <a:gd name="T0" fmla="*/ 20 w 25"/>
                <a:gd name="T1" fmla="*/ 10 h 33"/>
                <a:gd name="T2" fmla="*/ 18 w 25"/>
                <a:gd name="T3" fmla="*/ 5 h 33"/>
                <a:gd name="T4" fmla="*/ 12 w 25"/>
                <a:gd name="T5" fmla="*/ 4 h 33"/>
                <a:gd name="T6" fmla="*/ 7 w 25"/>
                <a:gd name="T7" fmla="*/ 5 h 33"/>
                <a:gd name="T8" fmla="*/ 5 w 25"/>
                <a:gd name="T9" fmla="*/ 9 h 33"/>
                <a:gd name="T10" fmla="*/ 6 w 25"/>
                <a:gd name="T11" fmla="*/ 12 h 33"/>
                <a:gd name="T12" fmla="*/ 11 w 25"/>
                <a:gd name="T13" fmla="*/ 14 h 33"/>
                <a:gd name="T14" fmla="*/ 17 w 25"/>
                <a:gd name="T15" fmla="*/ 15 h 33"/>
                <a:gd name="T16" fmla="*/ 23 w 25"/>
                <a:gd name="T17" fmla="*/ 18 h 33"/>
                <a:gd name="T18" fmla="*/ 25 w 25"/>
                <a:gd name="T19" fmla="*/ 24 h 33"/>
                <a:gd name="T20" fmla="*/ 22 w 25"/>
                <a:gd name="T21" fmla="*/ 31 h 33"/>
                <a:gd name="T22" fmla="*/ 13 w 25"/>
                <a:gd name="T23" fmla="*/ 33 h 33"/>
                <a:gd name="T24" fmla="*/ 3 w 25"/>
                <a:gd name="T25" fmla="*/ 30 h 33"/>
                <a:gd name="T26" fmla="*/ 0 w 25"/>
                <a:gd name="T27" fmla="*/ 23 h 33"/>
                <a:gd name="T28" fmla="*/ 0 w 25"/>
                <a:gd name="T29" fmla="*/ 22 h 33"/>
                <a:gd name="T30" fmla="*/ 4 w 25"/>
                <a:gd name="T31" fmla="*/ 22 h 33"/>
                <a:gd name="T32" fmla="*/ 6 w 25"/>
                <a:gd name="T33" fmla="*/ 28 h 33"/>
                <a:gd name="T34" fmla="*/ 13 w 25"/>
                <a:gd name="T35" fmla="*/ 30 h 33"/>
                <a:gd name="T36" fmla="*/ 19 w 25"/>
                <a:gd name="T37" fmla="*/ 28 h 33"/>
                <a:gd name="T38" fmla="*/ 21 w 25"/>
                <a:gd name="T39" fmla="*/ 24 h 33"/>
                <a:gd name="T40" fmla="*/ 20 w 25"/>
                <a:gd name="T41" fmla="*/ 21 h 33"/>
                <a:gd name="T42" fmla="*/ 14 w 25"/>
                <a:gd name="T43" fmla="*/ 19 h 33"/>
                <a:gd name="T44" fmla="*/ 9 w 25"/>
                <a:gd name="T45" fmla="*/ 17 h 33"/>
                <a:gd name="T46" fmla="*/ 3 w 25"/>
                <a:gd name="T47" fmla="*/ 15 h 33"/>
                <a:gd name="T48" fmla="*/ 1 w 25"/>
                <a:gd name="T49" fmla="*/ 10 h 33"/>
                <a:gd name="T50" fmla="*/ 4 w 25"/>
                <a:gd name="T51" fmla="*/ 3 h 33"/>
                <a:gd name="T52" fmla="*/ 12 w 25"/>
                <a:gd name="T53" fmla="*/ 0 h 33"/>
                <a:gd name="T54" fmla="*/ 21 w 25"/>
                <a:gd name="T55" fmla="*/ 3 h 33"/>
                <a:gd name="T56" fmla="*/ 24 w 25"/>
                <a:gd name="T57" fmla="*/ 10 h 33"/>
                <a:gd name="T58" fmla="*/ 20 w 25"/>
                <a:gd name="T59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" h="33">
                  <a:moveTo>
                    <a:pt x="20" y="10"/>
                  </a:moveTo>
                  <a:cubicBezTo>
                    <a:pt x="20" y="8"/>
                    <a:pt x="19" y="6"/>
                    <a:pt x="18" y="5"/>
                  </a:cubicBezTo>
                  <a:cubicBezTo>
                    <a:pt x="17" y="4"/>
                    <a:pt x="15" y="4"/>
                    <a:pt x="12" y="4"/>
                  </a:cubicBezTo>
                  <a:cubicBezTo>
                    <a:pt x="10" y="4"/>
                    <a:pt x="8" y="4"/>
                    <a:pt x="7" y="5"/>
                  </a:cubicBezTo>
                  <a:cubicBezTo>
                    <a:pt x="6" y="6"/>
                    <a:pt x="5" y="7"/>
                    <a:pt x="5" y="9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7" y="13"/>
                    <a:pt x="9" y="13"/>
                    <a:pt x="11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20" y="16"/>
                    <a:pt x="22" y="17"/>
                    <a:pt x="23" y="18"/>
                  </a:cubicBezTo>
                  <a:cubicBezTo>
                    <a:pt x="24" y="20"/>
                    <a:pt x="25" y="22"/>
                    <a:pt x="25" y="24"/>
                  </a:cubicBezTo>
                  <a:cubicBezTo>
                    <a:pt x="25" y="27"/>
                    <a:pt x="24" y="29"/>
                    <a:pt x="22" y="31"/>
                  </a:cubicBezTo>
                  <a:cubicBezTo>
                    <a:pt x="20" y="33"/>
                    <a:pt x="17" y="33"/>
                    <a:pt x="13" y="33"/>
                  </a:cubicBezTo>
                  <a:cubicBezTo>
                    <a:pt x="9" y="33"/>
                    <a:pt x="5" y="32"/>
                    <a:pt x="3" y="30"/>
                  </a:cubicBezTo>
                  <a:cubicBezTo>
                    <a:pt x="1" y="29"/>
                    <a:pt x="0" y="26"/>
                    <a:pt x="0" y="2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5"/>
                    <a:pt x="5" y="26"/>
                    <a:pt x="6" y="28"/>
                  </a:cubicBezTo>
                  <a:cubicBezTo>
                    <a:pt x="8" y="29"/>
                    <a:pt x="10" y="30"/>
                    <a:pt x="13" y="30"/>
                  </a:cubicBezTo>
                  <a:cubicBezTo>
                    <a:pt x="15" y="30"/>
                    <a:pt x="17" y="29"/>
                    <a:pt x="19" y="28"/>
                  </a:cubicBezTo>
                  <a:cubicBezTo>
                    <a:pt x="20" y="27"/>
                    <a:pt x="21" y="26"/>
                    <a:pt x="21" y="24"/>
                  </a:cubicBezTo>
                  <a:cubicBezTo>
                    <a:pt x="21" y="23"/>
                    <a:pt x="20" y="22"/>
                    <a:pt x="20" y="21"/>
                  </a:cubicBezTo>
                  <a:cubicBezTo>
                    <a:pt x="19" y="20"/>
                    <a:pt x="17" y="19"/>
                    <a:pt x="14" y="19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6" y="17"/>
                    <a:pt x="4" y="16"/>
                    <a:pt x="3" y="15"/>
                  </a:cubicBezTo>
                  <a:cubicBezTo>
                    <a:pt x="1" y="14"/>
                    <a:pt x="1" y="12"/>
                    <a:pt x="1" y="10"/>
                  </a:cubicBezTo>
                  <a:cubicBezTo>
                    <a:pt x="1" y="7"/>
                    <a:pt x="2" y="4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3" y="4"/>
                    <a:pt x="24" y="7"/>
                    <a:pt x="24" y="1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102">
              <a:extLst>
                <a:ext uri="{FF2B5EF4-FFF2-40B4-BE49-F238E27FC236}">
                  <a16:creationId xmlns:a16="http://schemas.microsoft.com/office/drawing/2014/main" id="{EC0AFDC2-69E6-4639-899C-CB60C2563D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4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103">
              <a:extLst>
                <a:ext uri="{FF2B5EF4-FFF2-40B4-BE49-F238E27FC236}">
                  <a16:creationId xmlns:a16="http://schemas.microsoft.com/office/drawing/2014/main" id="{3E91A10F-8FCF-464D-85EE-39E128206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0" y="933"/>
              <a:ext cx="32" cy="40"/>
            </a:xfrm>
            <a:custGeom>
              <a:avLst/>
              <a:gdLst>
                <a:gd name="T0" fmla="*/ 13 w 32"/>
                <a:gd name="T1" fmla="*/ 5 h 40"/>
                <a:gd name="T2" fmla="*/ 0 w 32"/>
                <a:gd name="T3" fmla="*/ 5 h 40"/>
                <a:gd name="T4" fmla="*/ 0 w 32"/>
                <a:gd name="T5" fmla="*/ 3 h 40"/>
                <a:gd name="T6" fmla="*/ 0 w 32"/>
                <a:gd name="T7" fmla="*/ 0 h 40"/>
                <a:gd name="T8" fmla="*/ 32 w 32"/>
                <a:gd name="T9" fmla="*/ 0 h 40"/>
                <a:gd name="T10" fmla="*/ 32 w 32"/>
                <a:gd name="T11" fmla="*/ 3 h 40"/>
                <a:gd name="T12" fmla="*/ 32 w 32"/>
                <a:gd name="T13" fmla="*/ 5 h 40"/>
                <a:gd name="T14" fmla="*/ 18 w 32"/>
                <a:gd name="T15" fmla="*/ 5 h 40"/>
                <a:gd name="T16" fmla="*/ 18 w 32"/>
                <a:gd name="T17" fmla="*/ 40 h 40"/>
                <a:gd name="T18" fmla="*/ 16 w 32"/>
                <a:gd name="T19" fmla="*/ 40 h 40"/>
                <a:gd name="T20" fmla="*/ 13 w 32"/>
                <a:gd name="T21" fmla="*/ 40 h 40"/>
                <a:gd name="T22" fmla="*/ 13 w 32"/>
                <a:gd name="T2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40">
                  <a:moveTo>
                    <a:pt x="13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3"/>
                  </a:lnTo>
                  <a:lnTo>
                    <a:pt x="32" y="5"/>
                  </a:lnTo>
                  <a:lnTo>
                    <a:pt x="18" y="5"/>
                  </a:lnTo>
                  <a:lnTo>
                    <a:pt x="18" y="40"/>
                  </a:lnTo>
                  <a:lnTo>
                    <a:pt x="16" y="40"/>
                  </a:lnTo>
                  <a:lnTo>
                    <a:pt x="13" y="40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104">
              <a:extLst>
                <a:ext uri="{FF2B5EF4-FFF2-40B4-BE49-F238E27FC236}">
                  <a16:creationId xmlns:a16="http://schemas.microsoft.com/office/drawing/2014/main" id="{6ECF6C43-28BA-455F-8B3B-E83822D47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1" y="933"/>
              <a:ext cx="34" cy="40"/>
            </a:xfrm>
            <a:custGeom>
              <a:avLst/>
              <a:gdLst>
                <a:gd name="T0" fmla="*/ 15 w 34"/>
                <a:gd name="T1" fmla="*/ 24 h 40"/>
                <a:gd name="T2" fmla="*/ 0 w 34"/>
                <a:gd name="T3" fmla="*/ 0 h 40"/>
                <a:gd name="T4" fmla="*/ 3 w 34"/>
                <a:gd name="T5" fmla="*/ 0 h 40"/>
                <a:gd name="T6" fmla="*/ 6 w 34"/>
                <a:gd name="T7" fmla="*/ 0 h 40"/>
                <a:gd name="T8" fmla="*/ 17 w 34"/>
                <a:gd name="T9" fmla="*/ 19 h 40"/>
                <a:gd name="T10" fmla="*/ 17 w 34"/>
                <a:gd name="T11" fmla="*/ 19 h 40"/>
                <a:gd name="T12" fmla="*/ 28 w 34"/>
                <a:gd name="T13" fmla="*/ 0 h 40"/>
                <a:gd name="T14" fmla="*/ 32 w 34"/>
                <a:gd name="T15" fmla="*/ 0 h 40"/>
                <a:gd name="T16" fmla="*/ 34 w 34"/>
                <a:gd name="T17" fmla="*/ 0 h 40"/>
                <a:gd name="T18" fmla="*/ 20 w 34"/>
                <a:gd name="T19" fmla="*/ 24 h 40"/>
                <a:gd name="T20" fmla="*/ 20 w 34"/>
                <a:gd name="T21" fmla="*/ 40 h 40"/>
                <a:gd name="T22" fmla="*/ 17 w 34"/>
                <a:gd name="T23" fmla="*/ 40 h 40"/>
                <a:gd name="T24" fmla="*/ 15 w 34"/>
                <a:gd name="T25" fmla="*/ 40 h 40"/>
                <a:gd name="T26" fmla="*/ 15 w 34"/>
                <a:gd name="T27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0">
                  <a:moveTo>
                    <a:pt x="15" y="24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6" y="0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0" y="24"/>
                  </a:lnTo>
                  <a:lnTo>
                    <a:pt x="20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15" y="2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05">
              <a:extLst>
                <a:ext uri="{FF2B5EF4-FFF2-40B4-BE49-F238E27FC236}">
                  <a16:creationId xmlns:a16="http://schemas.microsoft.com/office/drawing/2014/main" id="{25806274-7683-47C3-9EE7-CF5DF04DB0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4" y="660"/>
              <a:ext cx="350" cy="353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106">
              <a:extLst>
                <a:ext uri="{FF2B5EF4-FFF2-40B4-BE49-F238E27FC236}">
                  <a16:creationId xmlns:a16="http://schemas.microsoft.com/office/drawing/2014/main" id="{00426AAF-A567-409A-B56B-37158EA96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3" y="739"/>
              <a:ext cx="193" cy="17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07">
              <a:extLst>
                <a:ext uri="{FF2B5EF4-FFF2-40B4-BE49-F238E27FC236}">
                  <a16:creationId xmlns:a16="http://schemas.microsoft.com/office/drawing/2014/main" id="{1A427C32-CF4A-4C86-AD72-0FD495033E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" y="867"/>
              <a:ext cx="40" cy="29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108">
              <a:extLst>
                <a:ext uri="{FF2B5EF4-FFF2-40B4-BE49-F238E27FC236}">
                  <a16:creationId xmlns:a16="http://schemas.microsoft.com/office/drawing/2014/main" id="{A1D3527C-A241-4119-BEFC-9D3D679992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4" y="888"/>
              <a:ext cx="38" cy="31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09">
              <a:extLst>
                <a:ext uri="{FF2B5EF4-FFF2-40B4-BE49-F238E27FC236}">
                  <a16:creationId xmlns:a16="http://schemas.microsoft.com/office/drawing/2014/main" id="{41FA1A86-E9FA-412B-B787-81DA268C1B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5" y="906"/>
              <a:ext cx="38" cy="33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110">
              <a:extLst>
                <a:ext uri="{FF2B5EF4-FFF2-40B4-BE49-F238E27FC236}">
                  <a16:creationId xmlns:a16="http://schemas.microsoft.com/office/drawing/2014/main" id="{DE142541-2B6F-42DC-8026-C585BAB663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6" y="934"/>
              <a:ext cx="24" cy="29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111">
              <a:extLst>
                <a:ext uri="{FF2B5EF4-FFF2-40B4-BE49-F238E27FC236}">
                  <a16:creationId xmlns:a16="http://schemas.microsoft.com/office/drawing/2014/main" id="{2B9C497A-7469-4876-A643-FDBA4A4B1E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4" y="942"/>
              <a:ext cx="29" cy="35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12">
              <a:extLst>
                <a:ext uri="{FF2B5EF4-FFF2-40B4-BE49-F238E27FC236}">
                  <a16:creationId xmlns:a16="http://schemas.microsoft.com/office/drawing/2014/main" id="{DB0CB195-F705-4D7A-99E3-DE906EB60A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4" y="948"/>
              <a:ext cx="32" cy="39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D57595D3-0050-4447-8FA2-F8424835D3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9" y="957"/>
              <a:ext cx="23" cy="36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114">
              <a:extLst>
                <a:ext uri="{FF2B5EF4-FFF2-40B4-BE49-F238E27FC236}">
                  <a16:creationId xmlns:a16="http://schemas.microsoft.com/office/drawing/2014/main" id="{D6A14826-FB63-4FAA-983D-991D5DF6E2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1" y="962"/>
              <a:ext cx="19" cy="33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15">
              <a:extLst>
                <a:ext uri="{FF2B5EF4-FFF2-40B4-BE49-F238E27FC236}">
                  <a16:creationId xmlns:a16="http://schemas.microsoft.com/office/drawing/2014/main" id="{66A337A4-D624-4CDE-BE7F-9C67685AD0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2" y="959"/>
              <a:ext cx="21" cy="36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16">
              <a:extLst>
                <a:ext uri="{FF2B5EF4-FFF2-40B4-BE49-F238E27FC236}">
                  <a16:creationId xmlns:a16="http://schemas.microsoft.com/office/drawing/2014/main" id="{7D43AD26-DB94-4E22-AFC4-B23FB8A81E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" y="957"/>
              <a:ext cx="14" cy="33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17">
              <a:extLst>
                <a:ext uri="{FF2B5EF4-FFF2-40B4-BE49-F238E27FC236}">
                  <a16:creationId xmlns:a16="http://schemas.microsoft.com/office/drawing/2014/main" id="{6E41336B-73AC-45A6-B014-D58BE4DE0B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9" y="948"/>
              <a:ext cx="23" cy="37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18">
              <a:extLst>
                <a:ext uri="{FF2B5EF4-FFF2-40B4-BE49-F238E27FC236}">
                  <a16:creationId xmlns:a16="http://schemas.microsoft.com/office/drawing/2014/main" id="{E0A0B577-7364-4EC0-A49F-9574BE77B0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8" y="939"/>
              <a:ext cx="33" cy="38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19">
              <a:extLst>
                <a:ext uri="{FF2B5EF4-FFF2-40B4-BE49-F238E27FC236}">
                  <a16:creationId xmlns:a16="http://schemas.microsoft.com/office/drawing/2014/main" id="{2A5E47E8-48F5-479A-B1D1-5578298042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5" y="931"/>
              <a:ext cx="34" cy="34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120">
              <a:extLst>
                <a:ext uri="{FF2B5EF4-FFF2-40B4-BE49-F238E27FC236}">
                  <a16:creationId xmlns:a16="http://schemas.microsoft.com/office/drawing/2014/main" id="{B2488DE6-D3CA-4B6B-B82C-0AC393DE01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3" y="916"/>
              <a:ext cx="34" cy="29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21">
              <a:extLst>
                <a:ext uri="{FF2B5EF4-FFF2-40B4-BE49-F238E27FC236}">
                  <a16:creationId xmlns:a16="http://schemas.microsoft.com/office/drawing/2014/main" id="{4F10E422-E03A-4A49-B232-CA2EAA227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906"/>
              <a:ext cx="31" cy="21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122">
              <a:extLst>
                <a:ext uri="{FF2B5EF4-FFF2-40B4-BE49-F238E27FC236}">
                  <a16:creationId xmlns:a16="http://schemas.microsoft.com/office/drawing/2014/main" id="{3130D05D-598D-4453-B645-DD47803243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884"/>
              <a:ext cx="36" cy="28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23">
              <a:extLst>
                <a:ext uri="{FF2B5EF4-FFF2-40B4-BE49-F238E27FC236}">
                  <a16:creationId xmlns:a16="http://schemas.microsoft.com/office/drawing/2014/main" id="{C902CD46-90EA-448A-97A8-0A73482A36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" y="865"/>
              <a:ext cx="36" cy="23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124">
              <a:extLst>
                <a:ext uri="{FF2B5EF4-FFF2-40B4-BE49-F238E27FC236}">
                  <a16:creationId xmlns:a16="http://schemas.microsoft.com/office/drawing/2014/main" id="{8A3E5E06-DFA6-4AB3-A010-8164F1EE7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0" y="928"/>
              <a:ext cx="34" cy="25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25">
              <a:extLst>
                <a:ext uri="{FF2B5EF4-FFF2-40B4-BE49-F238E27FC236}">
                  <a16:creationId xmlns:a16="http://schemas.microsoft.com/office/drawing/2014/main" id="{3E06ACD5-8A89-488D-90B6-DBB655EE59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3" y="917"/>
              <a:ext cx="106" cy="33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126">
              <a:extLst>
                <a:ext uri="{FF2B5EF4-FFF2-40B4-BE49-F238E27FC236}">
                  <a16:creationId xmlns:a16="http://schemas.microsoft.com/office/drawing/2014/main" id="{9EC7E998-2413-4D17-AC3D-007ECCFD6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4" y="728"/>
              <a:ext cx="14" cy="14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27">
              <a:extLst>
                <a:ext uri="{FF2B5EF4-FFF2-40B4-BE49-F238E27FC236}">
                  <a16:creationId xmlns:a16="http://schemas.microsoft.com/office/drawing/2014/main" id="{87034C48-4C46-4CC6-8C3F-C722943114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8" y="686"/>
              <a:ext cx="51" cy="45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128">
              <a:extLst>
                <a:ext uri="{FF2B5EF4-FFF2-40B4-BE49-F238E27FC236}">
                  <a16:creationId xmlns:a16="http://schemas.microsoft.com/office/drawing/2014/main" id="{62BB485F-14AA-444F-9BBD-664844BE46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3" y="714"/>
              <a:ext cx="20" cy="41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29">
              <a:extLst>
                <a:ext uri="{FF2B5EF4-FFF2-40B4-BE49-F238E27FC236}">
                  <a16:creationId xmlns:a16="http://schemas.microsoft.com/office/drawing/2014/main" id="{3D0C34D8-A472-4443-A35F-080648012F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0" y="704"/>
              <a:ext cx="16" cy="16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130">
              <a:extLst>
                <a:ext uri="{FF2B5EF4-FFF2-40B4-BE49-F238E27FC236}">
                  <a16:creationId xmlns:a16="http://schemas.microsoft.com/office/drawing/2014/main" id="{CAF8E6EF-E073-4B9D-AB0B-AD70569641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710"/>
              <a:ext cx="12" cy="14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31">
              <a:extLst>
                <a:ext uri="{FF2B5EF4-FFF2-40B4-BE49-F238E27FC236}">
                  <a16:creationId xmlns:a16="http://schemas.microsoft.com/office/drawing/2014/main" id="{2A5CF4D6-EB61-4632-B855-265C5250F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" y="688"/>
              <a:ext cx="19" cy="21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132">
              <a:extLst>
                <a:ext uri="{FF2B5EF4-FFF2-40B4-BE49-F238E27FC236}">
                  <a16:creationId xmlns:a16="http://schemas.microsoft.com/office/drawing/2014/main" id="{CEE2E0C9-3684-47A2-BB78-B22B7A10C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693"/>
              <a:ext cx="12" cy="13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33">
              <a:extLst>
                <a:ext uri="{FF2B5EF4-FFF2-40B4-BE49-F238E27FC236}">
                  <a16:creationId xmlns:a16="http://schemas.microsoft.com/office/drawing/2014/main" id="{C7936461-76AD-4178-8B9D-4642E11E48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742"/>
              <a:ext cx="47" cy="83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134">
              <a:extLst>
                <a:ext uri="{FF2B5EF4-FFF2-40B4-BE49-F238E27FC236}">
                  <a16:creationId xmlns:a16="http://schemas.microsoft.com/office/drawing/2014/main" id="{5287D644-5BCE-4854-A3D4-2686926280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9" y="789"/>
              <a:ext cx="13" cy="11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35">
              <a:extLst>
                <a:ext uri="{FF2B5EF4-FFF2-40B4-BE49-F238E27FC236}">
                  <a16:creationId xmlns:a16="http://schemas.microsoft.com/office/drawing/2014/main" id="{5AD27EB2-9C8F-40D0-A9D7-A7C40CC141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7" y="776"/>
              <a:ext cx="14" cy="13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136">
              <a:extLst>
                <a:ext uri="{FF2B5EF4-FFF2-40B4-BE49-F238E27FC236}">
                  <a16:creationId xmlns:a16="http://schemas.microsoft.com/office/drawing/2014/main" id="{BAF1B803-A062-4808-971A-02900DC6B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8" y="786"/>
              <a:ext cx="163" cy="141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37">
              <a:extLst>
                <a:ext uri="{FF2B5EF4-FFF2-40B4-BE49-F238E27FC236}">
                  <a16:creationId xmlns:a16="http://schemas.microsoft.com/office/drawing/2014/main" id="{3F07648F-C395-4071-9EEB-3EE714AE49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4" y="757"/>
              <a:ext cx="64" cy="43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138">
              <a:extLst>
                <a:ext uri="{FF2B5EF4-FFF2-40B4-BE49-F238E27FC236}">
                  <a16:creationId xmlns:a16="http://schemas.microsoft.com/office/drawing/2014/main" id="{679A93A4-0DAD-431E-B379-BA76BDC20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39">
              <a:extLst>
                <a:ext uri="{FF2B5EF4-FFF2-40B4-BE49-F238E27FC236}">
                  <a16:creationId xmlns:a16="http://schemas.microsoft.com/office/drawing/2014/main" id="{B8270F11-010A-4DF4-A2D5-E8FA536157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140">
              <a:extLst>
                <a:ext uri="{FF2B5EF4-FFF2-40B4-BE49-F238E27FC236}">
                  <a16:creationId xmlns:a16="http://schemas.microsoft.com/office/drawing/2014/main" id="{EB1AE29F-5C29-45C4-B15E-575AE876BF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41">
              <a:extLst>
                <a:ext uri="{FF2B5EF4-FFF2-40B4-BE49-F238E27FC236}">
                  <a16:creationId xmlns:a16="http://schemas.microsoft.com/office/drawing/2014/main" id="{B964BC04-307D-44DE-BE24-67614204DC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B222798C-A44D-4340-87A3-6676E71C09B2}"/>
              </a:ext>
            </a:extLst>
          </p:cNvPr>
          <p:cNvCxnSpPr/>
          <p:nvPr userDrawn="1"/>
        </p:nvCxnSpPr>
        <p:spPr>
          <a:xfrm>
            <a:off x="719833" y="803088"/>
            <a:ext cx="10790378" cy="0"/>
          </a:xfrm>
          <a:prstGeom prst="line">
            <a:avLst/>
          </a:prstGeom>
          <a:ln w="38100">
            <a:solidFill>
              <a:srgbClr val="0442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CE9A27BC-B0E8-46B7-B1FC-5215B0FCA1B4}"/>
              </a:ext>
            </a:extLst>
          </p:cNvPr>
          <p:cNvSpPr/>
          <p:nvPr userDrawn="1"/>
        </p:nvSpPr>
        <p:spPr>
          <a:xfrm>
            <a:off x="304647" y="-5194"/>
            <a:ext cx="236852" cy="808281"/>
          </a:xfrm>
          <a:prstGeom prst="rect">
            <a:avLst/>
          </a:prstGeom>
          <a:solidFill>
            <a:srgbClr val="044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AD9DEE-FAD7-4DEE-99F0-4F8DF198B7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4353" y="6468880"/>
            <a:ext cx="1865182" cy="39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92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26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3CFC9-8363-4487-A32C-B1BEBA8F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08" y="202011"/>
            <a:ext cx="8655953" cy="601075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2800" b="1"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8134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26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0D23AC-4580-4210-BB08-5EBF58B8A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3382" y="6232973"/>
            <a:ext cx="2743200" cy="341761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600" b="1">
                <a:solidFill>
                  <a:schemeClr val="tx2"/>
                </a:solidFill>
              </a:defRPr>
            </a:lvl1pPr>
          </a:lstStyle>
          <a:p>
            <a:fld id="{1AAC388E-FA9E-4A2C-95EA-1F6B3A07935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3" name="Group 74">
            <a:extLst>
              <a:ext uri="{FF2B5EF4-FFF2-40B4-BE49-F238E27FC236}">
                <a16:creationId xmlns:a16="http://schemas.microsoft.com/office/drawing/2014/main" id="{FDE1B2FB-A61D-44E3-B6FC-5AD6BFA9E35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873198" y="224064"/>
            <a:ext cx="1873384" cy="521122"/>
            <a:chOff x="954" y="660"/>
            <a:chExt cx="1269" cy="353"/>
          </a:xfrm>
          <a:solidFill>
            <a:schemeClr val="tx2"/>
          </a:solidFill>
        </p:grpSpPr>
        <p:sp>
          <p:nvSpPr>
            <p:cNvPr id="5" name="Freeform 75">
              <a:extLst>
                <a:ext uri="{FF2B5EF4-FFF2-40B4-BE49-F238E27FC236}">
                  <a16:creationId xmlns:a16="http://schemas.microsoft.com/office/drawing/2014/main" id="{05E22588-9013-4B4F-922D-5C9641893C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" y="833"/>
              <a:ext cx="45" cy="46"/>
            </a:xfrm>
            <a:custGeom>
              <a:avLst/>
              <a:gdLst>
                <a:gd name="T0" fmla="*/ 10 w 36"/>
                <a:gd name="T1" fmla="*/ 35 h 37"/>
                <a:gd name="T2" fmla="*/ 6 w 36"/>
                <a:gd name="T3" fmla="*/ 25 h 37"/>
                <a:gd name="T4" fmla="*/ 0 w 36"/>
                <a:gd name="T5" fmla="*/ 11 h 37"/>
                <a:gd name="T6" fmla="*/ 23 w 36"/>
                <a:gd name="T7" fmla="*/ 4 h 37"/>
                <a:gd name="T8" fmla="*/ 28 w 36"/>
                <a:gd name="T9" fmla="*/ 9 h 37"/>
                <a:gd name="T10" fmla="*/ 30 w 36"/>
                <a:gd name="T11" fmla="*/ 29 h 37"/>
                <a:gd name="T12" fmla="*/ 10 w 36"/>
                <a:gd name="T13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7">
                  <a:moveTo>
                    <a:pt x="10" y="35"/>
                  </a:moveTo>
                  <a:cubicBezTo>
                    <a:pt x="3" y="34"/>
                    <a:pt x="7" y="31"/>
                    <a:pt x="6" y="25"/>
                  </a:cubicBezTo>
                  <a:cubicBezTo>
                    <a:pt x="5" y="20"/>
                    <a:pt x="0" y="14"/>
                    <a:pt x="0" y="11"/>
                  </a:cubicBezTo>
                  <a:cubicBezTo>
                    <a:pt x="1" y="0"/>
                    <a:pt x="15" y="0"/>
                    <a:pt x="23" y="4"/>
                  </a:cubicBezTo>
                  <a:cubicBezTo>
                    <a:pt x="25" y="4"/>
                    <a:pt x="26" y="7"/>
                    <a:pt x="28" y="9"/>
                  </a:cubicBezTo>
                  <a:cubicBezTo>
                    <a:pt x="32" y="14"/>
                    <a:pt x="36" y="23"/>
                    <a:pt x="30" y="29"/>
                  </a:cubicBezTo>
                  <a:cubicBezTo>
                    <a:pt x="25" y="34"/>
                    <a:pt x="17" y="37"/>
                    <a:pt x="10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" name="Freeform 76">
              <a:extLst>
                <a:ext uri="{FF2B5EF4-FFF2-40B4-BE49-F238E27FC236}">
                  <a16:creationId xmlns:a16="http://schemas.microsoft.com/office/drawing/2014/main" id="{6E5D1ED1-2BBA-4D23-A34C-B23A2461E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7" y="698"/>
              <a:ext cx="160" cy="165"/>
            </a:xfrm>
            <a:custGeom>
              <a:avLst/>
              <a:gdLst>
                <a:gd name="T0" fmla="*/ 33 w 129"/>
                <a:gd name="T1" fmla="*/ 133 h 133"/>
                <a:gd name="T2" fmla="*/ 32 w 129"/>
                <a:gd name="T3" fmla="*/ 133 h 133"/>
                <a:gd name="T4" fmla="*/ 33 w 129"/>
                <a:gd name="T5" fmla="*/ 130 h 133"/>
                <a:gd name="T6" fmla="*/ 55 w 129"/>
                <a:gd name="T7" fmla="*/ 116 h 133"/>
                <a:gd name="T8" fmla="*/ 67 w 129"/>
                <a:gd name="T9" fmla="*/ 99 h 133"/>
                <a:gd name="T10" fmla="*/ 25 w 129"/>
                <a:gd name="T11" fmla="*/ 115 h 133"/>
                <a:gd name="T12" fmla="*/ 8 w 129"/>
                <a:gd name="T13" fmla="*/ 108 h 133"/>
                <a:gd name="T14" fmla="*/ 8 w 129"/>
                <a:gd name="T15" fmla="*/ 107 h 133"/>
                <a:gd name="T16" fmla="*/ 8 w 129"/>
                <a:gd name="T17" fmla="*/ 92 h 133"/>
                <a:gd name="T18" fmla="*/ 60 w 129"/>
                <a:gd name="T19" fmla="*/ 80 h 133"/>
                <a:gd name="T20" fmla="*/ 75 w 129"/>
                <a:gd name="T21" fmla="*/ 72 h 133"/>
                <a:gd name="T22" fmla="*/ 77 w 129"/>
                <a:gd name="T23" fmla="*/ 14 h 133"/>
                <a:gd name="T24" fmla="*/ 99 w 129"/>
                <a:gd name="T25" fmla="*/ 16 h 133"/>
                <a:gd name="T26" fmla="*/ 103 w 129"/>
                <a:gd name="T27" fmla="*/ 21 h 133"/>
                <a:gd name="T28" fmla="*/ 104 w 129"/>
                <a:gd name="T29" fmla="*/ 21 h 133"/>
                <a:gd name="T30" fmla="*/ 103 w 129"/>
                <a:gd name="T31" fmla="*/ 35 h 133"/>
                <a:gd name="T32" fmla="*/ 98 w 129"/>
                <a:gd name="T33" fmla="*/ 65 h 133"/>
                <a:gd name="T34" fmla="*/ 126 w 129"/>
                <a:gd name="T35" fmla="*/ 54 h 133"/>
                <a:gd name="T36" fmla="*/ 123 w 129"/>
                <a:gd name="T37" fmla="*/ 69 h 133"/>
                <a:gd name="T38" fmla="*/ 95 w 129"/>
                <a:gd name="T39" fmla="*/ 81 h 133"/>
                <a:gd name="T40" fmla="*/ 82 w 129"/>
                <a:gd name="T41" fmla="*/ 111 h 133"/>
                <a:gd name="T42" fmla="*/ 75 w 129"/>
                <a:gd name="T43" fmla="*/ 118 h 133"/>
                <a:gd name="T44" fmla="*/ 56 w 129"/>
                <a:gd name="T45" fmla="*/ 128 h 133"/>
                <a:gd name="T46" fmla="*/ 33 w 129"/>
                <a:gd name="T4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9" h="133">
                  <a:moveTo>
                    <a:pt x="33" y="133"/>
                  </a:moveTo>
                  <a:cubicBezTo>
                    <a:pt x="33" y="133"/>
                    <a:pt x="33" y="133"/>
                    <a:pt x="32" y="133"/>
                  </a:cubicBezTo>
                  <a:cubicBezTo>
                    <a:pt x="32" y="132"/>
                    <a:pt x="32" y="131"/>
                    <a:pt x="33" y="130"/>
                  </a:cubicBezTo>
                  <a:cubicBezTo>
                    <a:pt x="35" y="130"/>
                    <a:pt x="55" y="117"/>
                    <a:pt x="55" y="116"/>
                  </a:cubicBezTo>
                  <a:cubicBezTo>
                    <a:pt x="60" y="111"/>
                    <a:pt x="66" y="106"/>
                    <a:pt x="67" y="99"/>
                  </a:cubicBezTo>
                  <a:cubicBezTo>
                    <a:pt x="53" y="104"/>
                    <a:pt x="40" y="114"/>
                    <a:pt x="25" y="115"/>
                  </a:cubicBezTo>
                  <a:cubicBezTo>
                    <a:pt x="18" y="113"/>
                    <a:pt x="13" y="110"/>
                    <a:pt x="8" y="108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1" y="102"/>
                    <a:pt x="0" y="95"/>
                    <a:pt x="8" y="92"/>
                  </a:cubicBezTo>
                  <a:cubicBezTo>
                    <a:pt x="23" y="96"/>
                    <a:pt x="46" y="85"/>
                    <a:pt x="60" y="80"/>
                  </a:cubicBezTo>
                  <a:cubicBezTo>
                    <a:pt x="63" y="78"/>
                    <a:pt x="72" y="75"/>
                    <a:pt x="75" y="72"/>
                  </a:cubicBezTo>
                  <a:cubicBezTo>
                    <a:pt x="78" y="52"/>
                    <a:pt x="76" y="33"/>
                    <a:pt x="77" y="14"/>
                  </a:cubicBezTo>
                  <a:cubicBezTo>
                    <a:pt x="82" y="0"/>
                    <a:pt x="90" y="10"/>
                    <a:pt x="99" y="16"/>
                  </a:cubicBezTo>
                  <a:cubicBezTo>
                    <a:pt x="99" y="18"/>
                    <a:pt x="101" y="19"/>
                    <a:pt x="103" y="21"/>
                  </a:cubicBezTo>
                  <a:cubicBezTo>
                    <a:pt x="103" y="21"/>
                    <a:pt x="103" y="21"/>
                    <a:pt x="104" y="21"/>
                  </a:cubicBezTo>
                  <a:cubicBezTo>
                    <a:pt x="107" y="27"/>
                    <a:pt x="108" y="30"/>
                    <a:pt x="103" y="35"/>
                  </a:cubicBezTo>
                  <a:cubicBezTo>
                    <a:pt x="99" y="44"/>
                    <a:pt x="97" y="54"/>
                    <a:pt x="98" y="65"/>
                  </a:cubicBezTo>
                  <a:cubicBezTo>
                    <a:pt x="108" y="63"/>
                    <a:pt x="114" y="55"/>
                    <a:pt x="126" y="54"/>
                  </a:cubicBezTo>
                  <a:cubicBezTo>
                    <a:pt x="129" y="60"/>
                    <a:pt x="128" y="65"/>
                    <a:pt x="123" y="69"/>
                  </a:cubicBezTo>
                  <a:cubicBezTo>
                    <a:pt x="114" y="73"/>
                    <a:pt x="105" y="77"/>
                    <a:pt x="95" y="81"/>
                  </a:cubicBezTo>
                  <a:cubicBezTo>
                    <a:pt x="93" y="91"/>
                    <a:pt x="89" y="103"/>
                    <a:pt x="82" y="111"/>
                  </a:cubicBezTo>
                  <a:cubicBezTo>
                    <a:pt x="81" y="113"/>
                    <a:pt x="76" y="117"/>
                    <a:pt x="75" y="118"/>
                  </a:cubicBezTo>
                  <a:cubicBezTo>
                    <a:pt x="69" y="122"/>
                    <a:pt x="63" y="126"/>
                    <a:pt x="56" y="128"/>
                  </a:cubicBezTo>
                  <a:cubicBezTo>
                    <a:pt x="37" y="133"/>
                    <a:pt x="37" y="133"/>
                    <a:pt x="33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7" name="Freeform 77">
              <a:extLst>
                <a:ext uri="{FF2B5EF4-FFF2-40B4-BE49-F238E27FC236}">
                  <a16:creationId xmlns:a16="http://schemas.microsoft.com/office/drawing/2014/main" id="{BA1F6B86-C881-48F2-B896-664F79FA29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0" y="796"/>
              <a:ext cx="94" cy="110"/>
            </a:xfrm>
            <a:custGeom>
              <a:avLst/>
              <a:gdLst>
                <a:gd name="T0" fmla="*/ 17 w 76"/>
                <a:gd name="T1" fmla="*/ 88 h 88"/>
                <a:gd name="T2" fmla="*/ 0 w 76"/>
                <a:gd name="T3" fmla="*/ 70 h 88"/>
                <a:gd name="T4" fmla="*/ 2 w 76"/>
                <a:gd name="T5" fmla="*/ 65 h 88"/>
                <a:gd name="T6" fmla="*/ 50 w 76"/>
                <a:gd name="T7" fmla="*/ 26 h 88"/>
                <a:gd name="T8" fmla="*/ 65 w 76"/>
                <a:gd name="T9" fmla="*/ 5 h 88"/>
                <a:gd name="T10" fmla="*/ 66 w 76"/>
                <a:gd name="T11" fmla="*/ 4 h 88"/>
                <a:gd name="T12" fmla="*/ 66 w 76"/>
                <a:gd name="T13" fmla="*/ 4 h 88"/>
                <a:gd name="T14" fmla="*/ 76 w 76"/>
                <a:gd name="T15" fmla="*/ 5 h 88"/>
                <a:gd name="T16" fmla="*/ 65 w 76"/>
                <a:gd name="T17" fmla="*/ 19 h 88"/>
                <a:gd name="T18" fmla="*/ 54 w 76"/>
                <a:gd name="T19" fmla="*/ 43 h 88"/>
                <a:gd name="T20" fmla="*/ 48 w 76"/>
                <a:gd name="T21" fmla="*/ 54 h 88"/>
                <a:gd name="T22" fmla="*/ 35 w 76"/>
                <a:gd name="T23" fmla="*/ 72 h 88"/>
                <a:gd name="T24" fmla="*/ 21 w 76"/>
                <a:gd name="T25" fmla="*/ 87 h 88"/>
                <a:gd name="T26" fmla="*/ 17 w 76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88">
                  <a:moveTo>
                    <a:pt x="17" y="88"/>
                  </a:moveTo>
                  <a:cubicBezTo>
                    <a:pt x="10" y="84"/>
                    <a:pt x="3" y="76"/>
                    <a:pt x="0" y="70"/>
                  </a:cubicBezTo>
                  <a:cubicBezTo>
                    <a:pt x="0" y="69"/>
                    <a:pt x="1" y="67"/>
                    <a:pt x="2" y="65"/>
                  </a:cubicBezTo>
                  <a:cubicBezTo>
                    <a:pt x="18" y="52"/>
                    <a:pt x="35" y="41"/>
                    <a:pt x="50" y="26"/>
                  </a:cubicBezTo>
                  <a:cubicBezTo>
                    <a:pt x="54" y="19"/>
                    <a:pt x="60" y="12"/>
                    <a:pt x="65" y="5"/>
                  </a:cubicBezTo>
                  <a:cubicBezTo>
                    <a:pt x="65" y="5"/>
                    <a:pt x="66" y="5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0" y="0"/>
                    <a:pt x="72" y="0"/>
                    <a:pt x="76" y="5"/>
                  </a:cubicBezTo>
                  <a:cubicBezTo>
                    <a:pt x="76" y="10"/>
                    <a:pt x="68" y="14"/>
                    <a:pt x="65" y="19"/>
                  </a:cubicBezTo>
                  <a:cubicBezTo>
                    <a:pt x="62" y="27"/>
                    <a:pt x="58" y="35"/>
                    <a:pt x="54" y="43"/>
                  </a:cubicBezTo>
                  <a:cubicBezTo>
                    <a:pt x="53" y="45"/>
                    <a:pt x="53" y="45"/>
                    <a:pt x="48" y="54"/>
                  </a:cubicBezTo>
                  <a:cubicBezTo>
                    <a:pt x="43" y="57"/>
                    <a:pt x="37" y="66"/>
                    <a:pt x="35" y="72"/>
                  </a:cubicBezTo>
                  <a:cubicBezTo>
                    <a:pt x="29" y="75"/>
                    <a:pt x="27" y="84"/>
                    <a:pt x="21" y="87"/>
                  </a:cubicBezTo>
                  <a:cubicBezTo>
                    <a:pt x="19" y="87"/>
                    <a:pt x="18" y="87"/>
                    <a:pt x="17" y="8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8" name="Freeform 78">
              <a:extLst>
                <a:ext uri="{FF2B5EF4-FFF2-40B4-BE49-F238E27FC236}">
                  <a16:creationId xmlns:a16="http://schemas.microsoft.com/office/drawing/2014/main" id="{2465D3CF-11EB-456C-9ECC-8904434776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9" y="791"/>
              <a:ext cx="53" cy="41"/>
            </a:xfrm>
            <a:custGeom>
              <a:avLst/>
              <a:gdLst>
                <a:gd name="T0" fmla="*/ 19 w 43"/>
                <a:gd name="T1" fmla="*/ 33 h 33"/>
                <a:gd name="T2" fmla="*/ 0 w 43"/>
                <a:gd name="T3" fmla="*/ 20 h 33"/>
                <a:gd name="T4" fmla="*/ 2 w 43"/>
                <a:gd name="T5" fmla="*/ 14 h 33"/>
                <a:gd name="T6" fmla="*/ 6 w 43"/>
                <a:gd name="T7" fmla="*/ 13 h 33"/>
                <a:gd name="T8" fmla="*/ 17 w 43"/>
                <a:gd name="T9" fmla="*/ 12 h 33"/>
                <a:gd name="T10" fmla="*/ 43 w 43"/>
                <a:gd name="T11" fmla="*/ 5 h 33"/>
                <a:gd name="T12" fmla="*/ 19 w 43"/>
                <a:gd name="T1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33">
                  <a:moveTo>
                    <a:pt x="19" y="33"/>
                  </a:moveTo>
                  <a:cubicBezTo>
                    <a:pt x="9" y="33"/>
                    <a:pt x="6" y="26"/>
                    <a:pt x="0" y="20"/>
                  </a:cubicBezTo>
                  <a:cubicBezTo>
                    <a:pt x="0" y="18"/>
                    <a:pt x="2" y="16"/>
                    <a:pt x="2" y="14"/>
                  </a:cubicBezTo>
                  <a:cubicBezTo>
                    <a:pt x="4" y="14"/>
                    <a:pt x="4" y="14"/>
                    <a:pt x="6" y="13"/>
                  </a:cubicBezTo>
                  <a:cubicBezTo>
                    <a:pt x="10" y="12"/>
                    <a:pt x="12" y="12"/>
                    <a:pt x="17" y="12"/>
                  </a:cubicBezTo>
                  <a:cubicBezTo>
                    <a:pt x="22" y="11"/>
                    <a:pt x="38" y="0"/>
                    <a:pt x="43" y="5"/>
                  </a:cubicBezTo>
                  <a:cubicBezTo>
                    <a:pt x="43" y="17"/>
                    <a:pt x="30" y="30"/>
                    <a:pt x="19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79">
              <a:extLst>
                <a:ext uri="{FF2B5EF4-FFF2-40B4-BE49-F238E27FC236}">
                  <a16:creationId xmlns:a16="http://schemas.microsoft.com/office/drawing/2014/main" id="{DDC7DE56-FB7C-4D95-B18E-F4B46AF368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68" y="766"/>
              <a:ext cx="36" cy="42"/>
            </a:xfrm>
            <a:custGeom>
              <a:avLst/>
              <a:gdLst>
                <a:gd name="T0" fmla="*/ 5 w 29"/>
                <a:gd name="T1" fmla="*/ 34 h 34"/>
                <a:gd name="T2" fmla="*/ 0 w 29"/>
                <a:gd name="T3" fmla="*/ 9 h 34"/>
                <a:gd name="T4" fmla="*/ 19 w 29"/>
                <a:gd name="T5" fmla="*/ 6 h 34"/>
                <a:gd name="T6" fmla="*/ 23 w 29"/>
                <a:gd name="T7" fmla="*/ 26 h 34"/>
                <a:gd name="T8" fmla="*/ 5 w 29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4">
                  <a:moveTo>
                    <a:pt x="5" y="34"/>
                  </a:moveTo>
                  <a:cubicBezTo>
                    <a:pt x="1" y="30"/>
                    <a:pt x="0" y="14"/>
                    <a:pt x="0" y="9"/>
                  </a:cubicBezTo>
                  <a:cubicBezTo>
                    <a:pt x="3" y="0"/>
                    <a:pt x="12" y="0"/>
                    <a:pt x="19" y="6"/>
                  </a:cubicBezTo>
                  <a:cubicBezTo>
                    <a:pt x="25" y="14"/>
                    <a:pt x="29" y="17"/>
                    <a:pt x="23" y="26"/>
                  </a:cubicBezTo>
                  <a:cubicBezTo>
                    <a:pt x="16" y="32"/>
                    <a:pt x="13" y="32"/>
                    <a:pt x="5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80">
              <a:extLst>
                <a:ext uri="{FF2B5EF4-FFF2-40B4-BE49-F238E27FC236}">
                  <a16:creationId xmlns:a16="http://schemas.microsoft.com/office/drawing/2014/main" id="{7D3A18AF-77E8-4CDA-A371-05DE604D17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8" y="739"/>
              <a:ext cx="63" cy="60"/>
            </a:xfrm>
            <a:custGeom>
              <a:avLst/>
              <a:gdLst>
                <a:gd name="T0" fmla="*/ 17 w 51"/>
                <a:gd name="T1" fmla="*/ 48 h 48"/>
                <a:gd name="T2" fmla="*/ 21 w 51"/>
                <a:gd name="T3" fmla="*/ 30 h 48"/>
                <a:gd name="T4" fmla="*/ 13 w 51"/>
                <a:gd name="T5" fmla="*/ 32 h 48"/>
                <a:gd name="T6" fmla="*/ 3 w 51"/>
                <a:gd name="T7" fmla="*/ 15 h 48"/>
                <a:gd name="T8" fmla="*/ 13 w 51"/>
                <a:gd name="T9" fmla="*/ 11 h 48"/>
                <a:gd name="T10" fmla="*/ 33 w 51"/>
                <a:gd name="T11" fmla="*/ 2 h 48"/>
                <a:gd name="T12" fmla="*/ 51 w 51"/>
                <a:gd name="T13" fmla="*/ 18 h 48"/>
                <a:gd name="T14" fmla="*/ 39 w 51"/>
                <a:gd name="T15" fmla="*/ 36 h 48"/>
                <a:gd name="T16" fmla="*/ 22 w 51"/>
                <a:gd name="T17" fmla="*/ 47 h 48"/>
                <a:gd name="T18" fmla="*/ 17 w 5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48">
                  <a:moveTo>
                    <a:pt x="17" y="48"/>
                  </a:moveTo>
                  <a:cubicBezTo>
                    <a:pt x="16" y="43"/>
                    <a:pt x="23" y="33"/>
                    <a:pt x="21" y="30"/>
                  </a:cubicBezTo>
                  <a:cubicBezTo>
                    <a:pt x="18" y="31"/>
                    <a:pt x="16" y="32"/>
                    <a:pt x="13" y="32"/>
                  </a:cubicBezTo>
                  <a:cubicBezTo>
                    <a:pt x="7" y="29"/>
                    <a:pt x="0" y="21"/>
                    <a:pt x="3" y="15"/>
                  </a:cubicBezTo>
                  <a:cubicBezTo>
                    <a:pt x="7" y="10"/>
                    <a:pt x="6" y="12"/>
                    <a:pt x="13" y="11"/>
                  </a:cubicBezTo>
                  <a:cubicBezTo>
                    <a:pt x="19" y="8"/>
                    <a:pt x="26" y="5"/>
                    <a:pt x="33" y="2"/>
                  </a:cubicBezTo>
                  <a:cubicBezTo>
                    <a:pt x="45" y="0"/>
                    <a:pt x="50" y="6"/>
                    <a:pt x="51" y="18"/>
                  </a:cubicBezTo>
                  <a:cubicBezTo>
                    <a:pt x="49" y="25"/>
                    <a:pt x="44" y="31"/>
                    <a:pt x="39" y="36"/>
                  </a:cubicBezTo>
                  <a:cubicBezTo>
                    <a:pt x="33" y="40"/>
                    <a:pt x="27" y="44"/>
                    <a:pt x="22" y="47"/>
                  </a:cubicBezTo>
                  <a:cubicBezTo>
                    <a:pt x="20" y="47"/>
                    <a:pt x="19" y="48"/>
                    <a:pt x="17" y="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81">
              <a:extLst>
                <a:ext uri="{FF2B5EF4-FFF2-40B4-BE49-F238E27FC236}">
                  <a16:creationId xmlns:a16="http://schemas.microsoft.com/office/drawing/2014/main" id="{2A09AAC9-1C2B-4359-B763-9E523D9D11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715"/>
              <a:ext cx="38" cy="42"/>
            </a:xfrm>
            <a:custGeom>
              <a:avLst/>
              <a:gdLst>
                <a:gd name="T0" fmla="*/ 3 w 31"/>
                <a:gd name="T1" fmla="*/ 34 h 34"/>
                <a:gd name="T2" fmla="*/ 3 w 31"/>
                <a:gd name="T3" fmla="*/ 29 h 34"/>
                <a:gd name="T4" fmla="*/ 0 w 31"/>
                <a:gd name="T5" fmla="*/ 16 h 34"/>
                <a:gd name="T6" fmla="*/ 7 w 31"/>
                <a:gd name="T7" fmla="*/ 0 h 34"/>
                <a:gd name="T8" fmla="*/ 26 w 31"/>
                <a:gd name="T9" fmla="*/ 23 h 34"/>
                <a:gd name="T10" fmla="*/ 3 w 31"/>
                <a:gd name="T1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4">
                  <a:moveTo>
                    <a:pt x="3" y="34"/>
                  </a:moveTo>
                  <a:cubicBezTo>
                    <a:pt x="1" y="32"/>
                    <a:pt x="2" y="31"/>
                    <a:pt x="3" y="29"/>
                  </a:cubicBezTo>
                  <a:cubicBezTo>
                    <a:pt x="3" y="24"/>
                    <a:pt x="0" y="20"/>
                    <a:pt x="0" y="16"/>
                  </a:cubicBezTo>
                  <a:cubicBezTo>
                    <a:pt x="1" y="7"/>
                    <a:pt x="0" y="4"/>
                    <a:pt x="7" y="0"/>
                  </a:cubicBezTo>
                  <a:cubicBezTo>
                    <a:pt x="12" y="3"/>
                    <a:pt x="31" y="12"/>
                    <a:pt x="26" y="23"/>
                  </a:cubicBezTo>
                  <a:cubicBezTo>
                    <a:pt x="21" y="29"/>
                    <a:pt x="11" y="33"/>
                    <a:pt x="3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82">
              <a:extLst>
                <a:ext uri="{FF2B5EF4-FFF2-40B4-BE49-F238E27FC236}">
                  <a16:creationId xmlns:a16="http://schemas.microsoft.com/office/drawing/2014/main" id="{51926786-9F3F-439B-B3B7-348D984F4E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728"/>
              <a:ext cx="244" cy="186"/>
            </a:xfrm>
            <a:custGeom>
              <a:avLst/>
              <a:gdLst>
                <a:gd name="T0" fmla="*/ 20 w 197"/>
                <a:gd name="T1" fmla="*/ 150 h 150"/>
                <a:gd name="T2" fmla="*/ 13 w 197"/>
                <a:gd name="T3" fmla="*/ 119 h 150"/>
                <a:gd name="T4" fmla="*/ 17 w 197"/>
                <a:gd name="T5" fmla="*/ 114 h 150"/>
                <a:gd name="T6" fmla="*/ 17 w 197"/>
                <a:gd name="T7" fmla="*/ 113 h 150"/>
                <a:gd name="T8" fmla="*/ 44 w 197"/>
                <a:gd name="T9" fmla="*/ 77 h 150"/>
                <a:gd name="T10" fmla="*/ 52 w 197"/>
                <a:gd name="T11" fmla="*/ 67 h 150"/>
                <a:gd name="T12" fmla="*/ 53 w 197"/>
                <a:gd name="T13" fmla="*/ 78 h 150"/>
                <a:gd name="T14" fmla="*/ 60 w 197"/>
                <a:gd name="T15" fmla="*/ 77 h 150"/>
                <a:gd name="T16" fmla="*/ 85 w 197"/>
                <a:gd name="T17" fmla="*/ 58 h 150"/>
                <a:gd name="T18" fmla="*/ 87 w 197"/>
                <a:gd name="T19" fmla="*/ 48 h 150"/>
                <a:gd name="T20" fmla="*/ 68 w 197"/>
                <a:gd name="T21" fmla="*/ 44 h 150"/>
                <a:gd name="T22" fmla="*/ 88 w 197"/>
                <a:gd name="T23" fmla="*/ 29 h 150"/>
                <a:gd name="T24" fmla="*/ 92 w 197"/>
                <a:gd name="T25" fmla="*/ 9 h 150"/>
                <a:gd name="T26" fmla="*/ 109 w 197"/>
                <a:gd name="T27" fmla="*/ 22 h 150"/>
                <a:gd name="T28" fmla="*/ 110 w 197"/>
                <a:gd name="T29" fmla="*/ 37 h 150"/>
                <a:gd name="T30" fmla="*/ 108 w 197"/>
                <a:gd name="T31" fmla="*/ 46 h 150"/>
                <a:gd name="T32" fmla="*/ 111 w 197"/>
                <a:gd name="T33" fmla="*/ 46 h 150"/>
                <a:gd name="T34" fmla="*/ 131 w 197"/>
                <a:gd name="T35" fmla="*/ 32 h 150"/>
                <a:gd name="T36" fmla="*/ 140 w 197"/>
                <a:gd name="T37" fmla="*/ 5 h 150"/>
                <a:gd name="T38" fmla="*/ 163 w 197"/>
                <a:gd name="T39" fmla="*/ 11 h 150"/>
                <a:gd name="T40" fmla="*/ 176 w 197"/>
                <a:gd name="T41" fmla="*/ 5 h 150"/>
                <a:gd name="T42" fmla="*/ 182 w 197"/>
                <a:gd name="T43" fmla="*/ 4 h 150"/>
                <a:gd name="T44" fmla="*/ 184 w 197"/>
                <a:gd name="T45" fmla="*/ 13 h 150"/>
                <a:gd name="T46" fmla="*/ 157 w 197"/>
                <a:gd name="T47" fmla="*/ 39 h 150"/>
                <a:gd name="T48" fmla="*/ 166 w 197"/>
                <a:gd name="T49" fmla="*/ 29 h 150"/>
                <a:gd name="T50" fmla="*/ 190 w 197"/>
                <a:gd name="T51" fmla="*/ 34 h 150"/>
                <a:gd name="T52" fmla="*/ 184 w 197"/>
                <a:gd name="T53" fmla="*/ 50 h 150"/>
                <a:gd name="T54" fmla="*/ 182 w 197"/>
                <a:gd name="T55" fmla="*/ 54 h 150"/>
                <a:gd name="T56" fmla="*/ 182 w 197"/>
                <a:gd name="T57" fmla="*/ 93 h 150"/>
                <a:gd name="T58" fmla="*/ 173 w 197"/>
                <a:gd name="T59" fmla="*/ 107 h 150"/>
                <a:gd name="T60" fmla="*/ 173 w 197"/>
                <a:gd name="T61" fmla="*/ 107 h 150"/>
                <a:gd name="T62" fmla="*/ 172 w 197"/>
                <a:gd name="T63" fmla="*/ 107 h 150"/>
                <a:gd name="T64" fmla="*/ 158 w 197"/>
                <a:gd name="T65" fmla="*/ 113 h 150"/>
                <a:gd name="T66" fmla="*/ 158 w 197"/>
                <a:gd name="T67" fmla="*/ 58 h 150"/>
                <a:gd name="T68" fmla="*/ 157 w 197"/>
                <a:gd name="T69" fmla="*/ 58 h 150"/>
                <a:gd name="T70" fmla="*/ 139 w 197"/>
                <a:gd name="T71" fmla="*/ 89 h 150"/>
                <a:gd name="T72" fmla="*/ 124 w 197"/>
                <a:gd name="T73" fmla="*/ 80 h 150"/>
                <a:gd name="T74" fmla="*/ 128 w 197"/>
                <a:gd name="T75" fmla="*/ 76 h 150"/>
                <a:gd name="T76" fmla="*/ 130 w 197"/>
                <a:gd name="T77" fmla="*/ 45 h 150"/>
                <a:gd name="T78" fmla="*/ 111 w 197"/>
                <a:gd name="T79" fmla="*/ 64 h 150"/>
                <a:gd name="T80" fmla="*/ 102 w 197"/>
                <a:gd name="T81" fmla="*/ 70 h 150"/>
                <a:gd name="T82" fmla="*/ 97 w 197"/>
                <a:gd name="T83" fmla="*/ 91 h 150"/>
                <a:gd name="T84" fmla="*/ 92 w 197"/>
                <a:gd name="T85" fmla="*/ 101 h 150"/>
                <a:gd name="T86" fmla="*/ 91 w 197"/>
                <a:gd name="T87" fmla="*/ 102 h 150"/>
                <a:gd name="T88" fmla="*/ 74 w 197"/>
                <a:gd name="T89" fmla="*/ 110 h 150"/>
                <a:gd name="T90" fmla="*/ 74 w 197"/>
                <a:gd name="T91" fmla="*/ 107 h 150"/>
                <a:gd name="T92" fmla="*/ 82 w 197"/>
                <a:gd name="T93" fmla="*/ 85 h 150"/>
                <a:gd name="T94" fmla="*/ 63 w 197"/>
                <a:gd name="T95" fmla="*/ 94 h 150"/>
                <a:gd name="T96" fmla="*/ 53 w 197"/>
                <a:gd name="T97" fmla="*/ 91 h 150"/>
                <a:gd name="T98" fmla="*/ 52 w 197"/>
                <a:gd name="T99" fmla="*/ 90 h 150"/>
                <a:gd name="T100" fmla="*/ 48 w 197"/>
                <a:gd name="T101" fmla="*/ 88 h 150"/>
                <a:gd name="T102" fmla="*/ 44 w 197"/>
                <a:gd name="T103" fmla="*/ 100 h 150"/>
                <a:gd name="T104" fmla="*/ 27 w 197"/>
                <a:gd name="T105" fmla="*/ 147 h 150"/>
                <a:gd name="T106" fmla="*/ 20 w 197"/>
                <a:gd name="T107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50">
                  <a:moveTo>
                    <a:pt x="20" y="150"/>
                  </a:moveTo>
                  <a:cubicBezTo>
                    <a:pt x="9" y="146"/>
                    <a:pt x="0" y="124"/>
                    <a:pt x="13" y="119"/>
                  </a:cubicBezTo>
                  <a:cubicBezTo>
                    <a:pt x="13" y="117"/>
                    <a:pt x="15" y="115"/>
                    <a:pt x="17" y="114"/>
                  </a:cubicBezTo>
                  <a:cubicBezTo>
                    <a:pt x="17" y="114"/>
                    <a:pt x="17" y="113"/>
                    <a:pt x="17" y="113"/>
                  </a:cubicBezTo>
                  <a:cubicBezTo>
                    <a:pt x="27" y="103"/>
                    <a:pt x="35" y="88"/>
                    <a:pt x="44" y="77"/>
                  </a:cubicBezTo>
                  <a:cubicBezTo>
                    <a:pt x="46" y="72"/>
                    <a:pt x="47" y="68"/>
                    <a:pt x="52" y="67"/>
                  </a:cubicBezTo>
                  <a:cubicBezTo>
                    <a:pt x="55" y="69"/>
                    <a:pt x="54" y="74"/>
                    <a:pt x="53" y="78"/>
                  </a:cubicBezTo>
                  <a:cubicBezTo>
                    <a:pt x="54" y="79"/>
                    <a:pt x="58" y="78"/>
                    <a:pt x="60" y="77"/>
                  </a:cubicBezTo>
                  <a:cubicBezTo>
                    <a:pt x="68" y="71"/>
                    <a:pt x="78" y="65"/>
                    <a:pt x="85" y="58"/>
                  </a:cubicBezTo>
                  <a:cubicBezTo>
                    <a:pt x="86" y="55"/>
                    <a:pt x="86" y="52"/>
                    <a:pt x="87" y="48"/>
                  </a:cubicBezTo>
                  <a:cubicBezTo>
                    <a:pt x="81" y="50"/>
                    <a:pt x="64" y="54"/>
                    <a:pt x="68" y="44"/>
                  </a:cubicBezTo>
                  <a:cubicBezTo>
                    <a:pt x="75" y="41"/>
                    <a:pt x="84" y="36"/>
                    <a:pt x="88" y="29"/>
                  </a:cubicBezTo>
                  <a:cubicBezTo>
                    <a:pt x="90" y="22"/>
                    <a:pt x="89" y="14"/>
                    <a:pt x="92" y="9"/>
                  </a:cubicBezTo>
                  <a:cubicBezTo>
                    <a:pt x="99" y="5"/>
                    <a:pt x="108" y="14"/>
                    <a:pt x="109" y="22"/>
                  </a:cubicBezTo>
                  <a:cubicBezTo>
                    <a:pt x="112" y="27"/>
                    <a:pt x="121" y="21"/>
                    <a:pt x="110" y="37"/>
                  </a:cubicBezTo>
                  <a:cubicBezTo>
                    <a:pt x="108" y="39"/>
                    <a:pt x="108" y="42"/>
                    <a:pt x="108" y="46"/>
                  </a:cubicBezTo>
                  <a:cubicBezTo>
                    <a:pt x="109" y="46"/>
                    <a:pt x="110" y="46"/>
                    <a:pt x="111" y="46"/>
                  </a:cubicBezTo>
                  <a:cubicBezTo>
                    <a:pt x="117" y="41"/>
                    <a:pt x="124" y="36"/>
                    <a:pt x="131" y="32"/>
                  </a:cubicBezTo>
                  <a:cubicBezTo>
                    <a:pt x="133" y="22"/>
                    <a:pt x="135" y="14"/>
                    <a:pt x="140" y="5"/>
                  </a:cubicBezTo>
                  <a:cubicBezTo>
                    <a:pt x="147" y="0"/>
                    <a:pt x="156" y="5"/>
                    <a:pt x="163" y="11"/>
                  </a:cubicBezTo>
                  <a:cubicBezTo>
                    <a:pt x="168" y="11"/>
                    <a:pt x="172" y="8"/>
                    <a:pt x="176" y="5"/>
                  </a:cubicBezTo>
                  <a:cubicBezTo>
                    <a:pt x="178" y="4"/>
                    <a:pt x="178" y="4"/>
                    <a:pt x="182" y="4"/>
                  </a:cubicBezTo>
                  <a:cubicBezTo>
                    <a:pt x="183" y="7"/>
                    <a:pt x="184" y="9"/>
                    <a:pt x="184" y="13"/>
                  </a:cubicBezTo>
                  <a:cubicBezTo>
                    <a:pt x="181" y="24"/>
                    <a:pt x="151" y="27"/>
                    <a:pt x="157" y="39"/>
                  </a:cubicBezTo>
                  <a:cubicBezTo>
                    <a:pt x="162" y="39"/>
                    <a:pt x="164" y="33"/>
                    <a:pt x="166" y="29"/>
                  </a:cubicBezTo>
                  <a:cubicBezTo>
                    <a:pt x="171" y="26"/>
                    <a:pt x="184" y="30"/>
                    <a:pt x="190" y="34"/>
                  </a:cubicBezTo>
                  <a:cubicBezTo>
                    <a:pt x="197" y="42"/>
                    <a:pt x="192" y="45"/>
                    <a:pt x="184" y="50"/>
                  </a:cubicBezTo>
                  <a:cubicBezTo>
                    <a:pt x="183" y="52"/>
                    <a:pt x="183" y="53"/>
                    <a:pt x="182" y="54"/>
                  </a:cubicBezTo>
                  <a:cubicBezTo>
                    <a:pt x="181" y="70"/>
                    <a:pt x="181" y="70"/>
                    <a:pt x="182" y="93"/>
                  </a:cubicBezTo>
                  <a:cubicBezTo>
                    <a:pt x="179" y="99"/>
                    <a:pt x="177" y="102"/>
                    <a:pt x="173" y="107"/>
                  </a:cubicBezTo>
                  <a:cubicBezTo>
                    <a:pt x="173" y="107"/>
                    <a:pt x="173" y="107"/>
                    <a:pt x="173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69" y="112"/>
                    <a:pt x="162" y="117"/>
                    <a:pt x="158" y="113"/>
                  </a:cubicBezTo>
                  <a:cubicBezTo>
                    <a:pt x="158" y="94"/>
                    <a:pt x="159" y="75"/>
                    <a:pt x="158" y="58"/>
                  </a:cubicBezTo>
                  <a:cubicBezTo>
                    <a:pt x="158" y="58"/>
                    <a:pt x="157" y="58"/>
                    <a:pt x="157" y="58"/>
                  </a:cubicBezTo>
                  <a:cubicBezTo>
                    <a:pt x="156" y="67"/>
                    <a:pt x="147" y="84"/>
                    <a:pt x="139" y="89"/>
                  </a:cubicBezTo>
                  <a:cubicBezTo>
                    <a:pt x="132" y="90"/>
                    <a:pt x="126" y="86"/>
                    <a:pt x="124" y="80"/>
                  </a:cubicBezTo>
                  <a:cubicBezTo>
                    <a:pt x="125" y="78"/>
                    <a:pt x="126" y="77"/>
                    <a:pt x="128" y="76"/>
                  </a:cubicBezTo>
                  <a:cubicBezTo>
                    <a:pt x="132" y="68"/>
                    <a:pt x="130" y="53"/>
                    <a:pt x="130" y="45"/>
                  </a:cubicBezTo>
                  <a:cubicBezTo>
                    <a:pt x="125" y="46"/>
                    <a:pt x="115" y="59"/>
                    <a:pt x="111" y="64"/>
                  </a:cubicBezTo>
                  <a:cubicBezTo>
                    <a:pt x="108" y="66"/>
                    <a:pt x="105" y="68"/>
                    <a:pt x="102" y="70"/>
                  </a:cubicBezTo>
                  <a:cubicBezTo>
                    <a:pt x="100" y="77"/>
                    <a:pt x="98" y="84"/>
                    <a:pt x="97" y="91"/>
                  </a:cubicBezTo>
                  <a:cubicBezTo>
                    <a:pt x="95" y="95"/>
                    <a:pt x="93" y="98"/>
                    <a:pt x="92" y="101"/>
                  </a:cubicBezTo>
                  <a:cubicBezTo>
                    <a:pt x="91" y="101"/>
                    <a:pt x="91" y="101"/>
                    <a:pt x="91" y="102"/>
                  </a:cubicBezTo>
                  <a:cubicBezTo>
                    <a:pt x="88" y="106"/>
                    <a:pt x="80" y="118"/>
                    <a:pt x="74" y="110"/>
                  </a:cubicBezTo>
                  <a:cubicBezTo>
                    <a:pt x="74" y="109"/>
                    <a:pt x="74" y="108"/>
                    <a:pt x="74" y="107"/>
                  </a:cubicBezTo>
                  <a:cubicBezTo>
                    <a:pt x="79" y="101"/>
                    <a:pt x="82" y="92"/>
                    <a:pt x="82" y="85"/>
                  </a:cubicBezTo>
                  <a:cubicBezTo>
                    <a:pt x="75" y="87"/>
                    <a:pt x="70" y="94"/>
                    <a:pt x="63" y="94"/>
                  </a:cubicBezTo>
                  <a:cubicBezTo>
                    <a:pt x="59" y="93"/>
                    <a:pt x="55" y="92"/>
                    <a:pt x="53" y="91"/>
                  </a:cubicBezTo>
                  <a:cubicBezTo>
                    <a:pt x="53" y="90"/>
                    <a:pt x="53" y="90"/>
                    <a:pt x="52" y="90"/>
                  </a:cubicBezTo>
                  <a:cubicBezTo>
                    <a:pt x="51" y="89"/>
                    <a:pt x="49" y="87"/>
                    <a:pt x="48" y="88"/>
                  </a:cubicBezTo>
                  <a:cubicBezTo>
                    <a:pt x="47" y="91"/>
                    <a:pt x="45" y="96"/>
                    <a:pt x="44" y="100"/>
                  </a:cubicBezTo>
                  <a:cubicBezTo>
                    <a:pt x="37" y="115"/>
                    <a:pt x="32" y="130"/>
                    <a:pt x="27" y="147"/>
                  </a:cubicBezTo>
                  <a:cubicBezTo>
                    <a:pt x="24" y="149"/>
                    <a:pt x="23" y="150"/>
                    <a:pt x="20" y="1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83">
              <a:extLst>
                <a:ext uri="{FF2B5EF4-FFF2-40B4-BE49-F238E27FC236}">
                  <a16:creationId xmlns:a16="http://schemas.microsoft.com/office/drawing/2014/main" id="{6CB44588-013D-4EE9-8F1E-18D814434C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1" y="757"/>
              <a:ext cx="37" cy="49"/>
            </a:xfrm>
            <a:custGeom>
              <a:avLst/>
              <a:gdLst>
                <a:gd name="T0" fmla="*/ 5 w 30"/>
                <a:gd name="T1" fmla="*/ 39 h 39"/>
                <a:gd name="T2" fmla="*/ 6 w 30"/>
                <a:gd name="T3" fmla="*/ 28 h 39"/>
                <a:gd name="T4" fmla="*/ 6 w 30"/>
                <a:gd name="T5" fmla="*/ 1 h 39"/>
                <a:gd name="T6" fmla="*/ 10 w 30"/>
                <a:gd name="T7" fmla="*/ 0 h 39"/>
                <a:gd name="T8" fmla="*/ 25 w 30"/>
                <a:gd name="T9" fmla="*/ 17 h 39"/>
                <a:gd name="T10" fmla="*/ 5 w 30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9">
                  <a:moveTo>
                    <a:pt x="5" y="39"/>
                  </a:moveTo>
                  <a:cubicBezTo>
                    <a:pt x="3" y="35"/>
                    <a:pt x="6" y="31"/>
                    <a:pt x="6" y="28"/>
                  </a:cubicBezTo>
                  <a:cubicBezTo>
                    <a:pt x="3" y="17"/>
                    <a:pt x="0" y="9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4" y="4"/>
                    <a:pt x="21" y="11"/>
                    <a:pt x="25" y="17"/>
                  </a:cubicBezTo>
                  <a:cubicBezTo>
                    <a:pt x="30" y="29"/>
                    <a:pt x="14" y="35"/>
                    <a:pt x="5" y="3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84">
              <a:extLst>
                <a:ext uri="{FF2B5EF4-FFF2-40B4-BE49-F238E27FC236}">
                  <a16:creationId xmlns:a16="http://schemas.microsoft.com/office/drawing/2014/main" id="{7EDB998C-89F4-431E-87BF-709A764672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708"/>
              <a:ext cx="46" cy="47"/>
            </a:xfrm>
            <a:custGeom>
              <a:avLst/>
              <a:gdLst>
                <a:gd name="T0" fmla="*/ 7 w 37"/>
                <a:gd name="T1" fmla="*/ 38 h 38"/>
                <a:gd name="T2" fmla="*/ 4 w 37"/>
                <a:gd name="T3" fmla="*/ 36 h 38"/>
                <a:gd name="T4" fmla="*/ 6 w 37"/>
                <a:gd name="T5" fmla="*/ 29 h 38"/>
                <a:gd name="T6" fmla="*/ 11 w 37"/>
                <a:gd name="T7" fmla="*/ 0 h 38"/>
                <a:gd name="T8" fmla="*/ 16 w 37"/>
                <a:gd name="T9" fmla="*/ 7 h 38"/>
                <a:gd name="T10" fmla="*/ 24 w 37"/>
                <a:gd name="T11" fmla="*/ 32 h 38"/>
                <a:gd name="T12" fmla="*/ 7 w 3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8">
                  <a:moveTo>
                    <a:pt x="7" y="38"/>
                  </a:moveTo>
                  <a:cubicBezTo>
                    <a:pt x="5" y="37"/>
                    <a:pt x="5" y="37"/>
                    <a:pt x="4" y="36"/>
                  </a:cubicBezTo>
                  <a:cubicBezTo>
                    <a:pt x="6" y="33"/>
                    <a:pt x="7" y="32"/>
                    <a:pt x="6" y="29"/>
                  </a:cubicBezTo>
                  <a:cubicBezTo>
                    <a:pt x="0" y="20"/>
                    <a:pt x="0" y="5"/>
                    <a:pt x="11" y="0"/>
                  </a:cubicBezTo>
                  <a:cubicBezTo>
                    <a:pt x="14" y="0"/>
                    <a:pt x="15" y="3"/>
                    <a:pt x="16" y="7"/>
                  </a:cubicBezTo>
                  <a:cubicBezTo>
                    <a:pt x="23" y="14"/>
                    <a:pt x="37" y="23"/>
                    <a:pt x="24" y="32"/>
                  </a:cubicBezTo>
                  <a:cubicBezTo>
                    <a:pt x="18" y="35"/>
                    <a:pt x="13" y="36"/>
                    <a:pt x="7" y="3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85">
              <a:extLst>
                <a:ext uri="{FF2B5EF4-FFF2-40B4-BE49-F238E27FC236}">
                  <a16:creationId xmlns:a16="http://schemas.microsoft.com/office/drawing/2014/main" id="{F845B27E-D02C-4F06-A94A-E44BBC8F6F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7" y="765"/>
              <a:ext cx="26" cy="39"/>
            </a:xfrm>
            <a:custGeom>
              <a:avLst/>
              <a:gdLst>
                <a:gd name="T0" fmla="*/ 10 w 21"/>
                <a:gd name="T1" fmla="*/ 31 h 31"/>
                <a:gd name="T2" fmla="*/ 3 w 21"/>
                <a:gd name="T3" fmla="*/ 4 h 31"/>
                <a:gd name="T4" fmla="*/ 21 w 21"/>
                <a:gd name="T5" fmla="*/ 18 h 31"/>
                <a:gd name="T6" fmla="*/ 10 w 2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1">
                  <a:moveTo>
                    <a:pt x="10" y="31"/>
                  </a:moveTo>
                  <a:cubicBezTo>
                    <a:pt x="0" y="27"/>
                    <a:pt x="2" y="11"/>
                    <a:pt x="3" y="4"/>
                  </a:cubicBezTo>
                  <a:cubicBezTo>
                    <a:pt x="11" y="0"/>
                    <a:pt x="20" y="9"/>
                    <a:pt x="21" y="18"/>
                  </a:cubicBezTo>
                  <a:cubicBezTo>
                    <a:pt x="19" y="27"/>
                    <a:pt x="19" y="29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86">
              <a:extLst>
                <a:ext uri="{FF2B5EF4-FFF2-40B4-BE49-F238E27FC236}">
                  <a16:creationId xmlns:a16="http://schemas.microsoft.com/office/drawing/2014/main" id="{5AF4DE1D-6810-4566-8CE3-3644ED4192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57" y="673"/>
              <a:ext cx="166" cy="224"/>
            </a:xfrm>
            <a:custGeom>
              <a:avLst/>
              <a:gdLst>
                <a:gd name="T0" fmla="*/ 71 w 134"/>
                <a:gd name="T1" fmla="*/ 180 h 180"/>
                <a:gd name="T2" fmla="*/ 34 w 134"/>
                <a:gd name="T3" fmla="*/ 173 h 180"/>
                <a:gd name="T4" fmla="*/ 56 w 134"/>
                <a:gd name="T5" fmla="*/ 148 h 180"/>
                <a:gd name="T6" fmla="*/ 0 w 134"/>
                <a:gd name="T7" fmla="*/ 147 h 180"/>
                <a:gd name="T8" fmla="*/ 56 w 134"/>
                <a:gd name="T9" fmla="*/ 124 h 180"/>
                <a:gd name="T10" fmla="*/ 75 w 134"/>
                <a:gd name="T11" fmla="*/ 108 h 180"/>
                <a:gd name="T12" fmla="*/ 91 w 134"/>
                <a:gd name="T13" fmla="*/ 96 h 180"/>
                <a:gd name="T14" fmla="*/ 32 w 134"/>
                <a:gd name="T15" fmla="*/ 119 h 180"/>
                <a:gd name="T16" fmla="*/ 34 w 134"/>
                <a:gd name="T17" fmla="*/ 108 h 180"/>
                <a:gd name="T18" fmla="*/ 73 w 134"/>
                <a:gd name="T19" fmla="*/ 81 h 180"/>
                <a:gd name="T20" fmla="*/ 71 w 134"/>
                <a:gd name="T21" fmla="*/ 78 h 180"/>
                <a:gd name="T22" fmla="*/ 39 w 134"/>
                <a:gd name="T23" fmla="*/ 93 h 180"/>
                <a:gd name="T24" fmla="*/ 27 w 134"/>
                <a:gd name="T25" fmla="*/ 61 h 180"/>
                <a:gd name="T26" fmla="*/ 33 w 134"/>
                <a:gd name="T27" fmla="*/ 44 h 180"/>
                <a:gd name="T28" fmla="*/ 46 w 134"/>
                <a:gd name="T29" fmla="*/ 56 h 180"/>
                <a:gd name="T30" fmla="*/ 60 w 134"/>
                <a:gd name="T31" fmla="*/ 66 h 180"/>
                <a:gd name="T32" fmla="*/ 68 w 134"/>
                <a:gd name="T33" fmla="*/ 55 h 180"/>
                <a:gd name="T34" fmla="*/ 64 w 134"/>
                <a:gd name="T35" fmla="*/ 45 h 180"/>
                <a:gd name="T36" fmla="*/ 84 w 134"/>
                <a:gd name="T37" fmla="*/ 25 h 180"/>
                <a:gd name="T38" fmla="*/ 111 w 134"/>
                <a:gd name="T39" fmla="*/ 20 h 180"/>
                <a:gd name="T40" fmla="*/ 110 w 134"/>
                <a:gd name="T41" fmla="*/ 29 h 180"/>
                <a:gd name="T42" fmla="*/ 132 w 134"/>
                <a:gd name="T43" fmla="*/ 44 h 180"/>
                <a:gd name="T44" fmla="*/ 115 w 134"/>
                <a:gd name="T45" fmla="*/ 77 h 180"/>
                <a:gd name="T46" fmla="*/ 120 w 134"/>
                <a:gd name="T47" fmla="*/ 94 h 180"/>
                <a:gd name="T48" fmla="*/ 78 w 134"/>
                <a:gd name="T49" fmla="*/ 114 h 180"/>
                <a:gd name="T50" fmla="*/ 92 w 134"/>
                <a:gd name="T51" fmla="*/ 119 h 180"/>
                <a:gd name="T52" fmla="*/ 81 w 134"/>
                <a:gd name="T53" fmla="*/ 140 h 180"/>
                <a:gd name="T54" fmla="*/ 72 w 134"/>
                <a:gd name="T55" fmla="*/ 180 h 180"/>
                <a:gd name="T56" fmla="*/ 106 w 134"/>
                <a:gd name="T57" fmla="*/ 53 h 180"/>
                <a:gd name="T58" fmla="*/ 87 w 134"/>
                <a:gd name="T59" fmla="*/ 59 h 180"/>
                <a:gd name="T60" fmla="*/ 87 w 134"/>
                <a:gd name="T61" fmla="*/ 60 h 180"/>
                <a:gd name="T62" fmla="*/ 92 w 134"/>
                <a:gd name="T63" fmla="*/ 58 h 180"/>
                <a:gd name="T64" fmla="*/ 99 w 134"/>
                <a:gd name="T65" fmla="*/ 6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" h="180">
                  <a:moveTo>
                    <a:pt x="72" y="180"/>
                  </a:moveTo>
                  <a:cubicBezTo>
                    <a:pt x="71" y="180"/>
                    <a:pt x="71" y="180"/>
                    <a:pt x="71" y="180"/>
                  </a:cubicBezTo>
                  <a:cubicBezTo>
                    <a:pt x="58" y="180"/>
                    <a:pt x="46" y="179"/>
                    <a:pt x="34" y="175"/>
                  </a:cubicBezTo>
                  <a:cubicBezTo>
                    <a:pt x="34" y="174"/>
                    <a:pt x="34" y="174"/>
                    <a:pt x="34" y="173"/>
                  </a:cubicBezTo>
                  <a:cubicBezTo>
                    <a:pt x="41" y="169"/>
                    <a:pt x="50" y="170"/>
                    <a:pt x="55" y="163"/>
                  </a:cubicBezTo>
                  <a:cubicBezTo>
                    <a:pt x="56" y="157"/>
                    <a:pt x="57" y="152"/>
                    <a:pt x="56" y="148"/>
                  </a:cubicBezTo>
                  <a:cubicBezTo>
                    <a:pt x="43" y="148"/>
                    <a:pt x="37" y="157"/>
                    <a:pt x="27" y="161"/>
                  </a:cubicBezTo>
                  <a:cubicBezTo>
                    <a:pt x="18" y="162"/>
                    <a:pt x="3" y="154"/>
                    <a:pt x="0" y="147"/>
                  </a:cubicBezTo>
                  <a:cubicBezTo>
                    <a:pt x="0" y="136"/>
                    <a:pt x="3" y="141"/>
                    <a:pt x="14" y="140"/>
                  </a:cubicBezTo>
                  <a:cubicBezTo>
                    <a:pt x="28" y="138"/>
                    <a:pt x="43" y="130"/>
                    <a:pt x="56" y="124"/>
                  </a:cubicBezTo>
                  <a:cubicBezTo>
                    <a:pt x="59" y="121"/>
                    <a:pt x="59" y="121"/>
                    <a:pt x="61" y="121"/>
                  </a:cubicBezTo>
                  <a:cubicBezTo>
                    <a:pt x="64" y="112"/>
                    <a:pt x="66" y="110"/>
                    <a:pt x="75" y="108"/>
                  </a:cubicBezTo>
                  <a:cubicBezTo>
                    <a:pt x="79" y="106"/>
                    <a:pt x="79" y="106"/>
                    <a:pt x="90" y="100"/>
                  </a:cubicBezTo>
                  <a:cubicBezTo>
                    <a:pt x="90" y="99"/>
                    <a:pt x="91" y="98"/>
                    <a:pt x="91" y="96"/>
                  </a:cubicBezTo>
                  <a:cubicBezTo>
                    <a:pt x="74" y="98"/>
                    <a:pt x="61" y="112"/>
                    <a:pt x="48" y="121"/>
                  </a:cubicBezTo>
                  <a:cubicBezTo>
                    <a:pt x="41" y="122"/>
                    <a:pt x="36" y="121"/>
                    <a:pt x="32" y="119"/>
                  </a:cubicBezTo>
                  <a:cubicBezTo>
                    <a:pt x="29" y="120"/>
                    <a:pt x="12" y="123"/>
                    <a:pt x="20" y="116"/>
                  </a:cubicBezTo>
                  <a:cubicBezTo>
                    <a:pt x="25" y="114"/>
                    <a:pt x="29" y="111"/>
                    <a:pt x="34" y="108"/>
                  </a:cubicBezTo>
                  <a:cubicBezTo>
                    <a:pt x="47" y="100"/>
                    <a:pt x="61" y="93"/>
                    <a:pt x="74" y="85"/>
                  </a:cubicBezTo>
                  <a:cubicBezTo>
                    <a:pt x="74" y="83"/>
                    <a:pt x="73" y="82"/>
                    <a:pt x="73" y="81"/>
                  </a:cubicBezTo>
                  <a:cubicBezTo>
                    <a:pt x="73" y="79"/>
                    <a:pt x="74" y="77"/>
                    <a:pt x="74" y="75"/>
                  </a:cubicBezTo>
                  <a:cubicBezTo>
                    <a:pt x="72" y="76"/>
                    <a:pt x="71" y="76"/>
                    <a:pt x="71" y="78"/>
                  </a:cubicBezTo>
                  <a:cubicBezTo>
                    <a:pt x="63" y="81"/>
                    <a:pt x="59" y="88"/>
                    <a:pt x="53" y="81"/>
                  </a:cubicBezTo>
                  <a:cubicBezTo>
                    <a:pt x="51" y="88"/>
                    <a:pt x="46" y="93"/>
                    <a:pt x="39" y="93"/>
                  </a:cubicBezTo>
                  <a:cubicBezTo>
                    <a:pt x="32" y="89"/>
                    <a:pt x="32" y="77"/>
                    <a:pt x="31" y="72"/>
                  </a:cubicBezTo>
                  <a:cubicBezTo>
                    <a:pt x="30" y="71"/>
                    <a:pt x="29" y="67"/>
                    <a:pt x="27" y="61"/>
                  </a:cubicBezTo>
                  <a:cubicBezTo>
                    <a:pt x="24" y="55"/>
                    <a:pt x="18" y="47"/>
                    <a:pt x="22" y="42"/>
                  </a:cubicBezTo>
                  <a:cubicBezTo>
                    <a:pt x="27" y="38"/>
                    <a:pt x="29" y="37"/>
                    <a:pt x="33" y="44"/>
                  </a:cubicBezTo>
                  <a:cubicBezTo>
                    <a:pt x="37" y="47"/>
                    <a:pt x="42" y="51"/>
                    <a:pt x="45" y="56"/>
                  </a:cubicBezTo>
                  <a:cubicBezTo>
                    <a:pt x="45" y="56"/>
                    <a:pt x="46" y="56"/>
                    <a:pt x="46" y="56"/>
                  </a:cubicBezTo>
                  <a:cubicBezTo>
                    <a:pt x="48" y="62"/>
                    <a:pt x="54" y="69"/>
                    <a:pt x="53" y="77"/>
                  </a:cubicBezTo>
                  <a:cubicBezTo>
                    <a:pt x="57" y="75"/>
                    <a:pt x="62" y="71"/>
                    <a:pt x="60" y="66"/>
                  </a:cubicBezTo>
                  <a:cubicBezTo>
                    <a:pt x="53" y="63"/>
                    <a:pt x="57" y="57"/>
                    <a:pt x="61" y="55"/>
                  </a:cubicBezTo>
                  <a:cubicBezTo>
                    <a:pt x="64" y="55"/>
                    <a:pt x="64" y="55"/>
                    <a:pt x="68" y="55"/>
                  </a:cubicBezTo>
                  <a:cubicBezTo>
                    <a:pt x="68" y="53"/>
                    <a:pt x="68" y="53"/>
                    <a:pt x="67" y="52"/>
                  </a:cubicBezTo>
                  <a:cubicBezTo>
                    <a:pt x="62" y="50"/>
                    <a:pt x="63" y="49"/>
                    <a:pt x="64" y="45"/>
                  </a:cubicBezTo>
                  <a:cubicBezTo>
                    <a:pt x="58" y="43"/>
                    <a:pt x="56" y="37"/>
                    <a:pt x="58" y="32"/>
                  </a:cubicBezTo>
                  <a:cubicBezTo>
                    <a:pt x="76" y="28"/>
                    <a:pt x="76" y="28"/>
                    <a:pt x="84" y="25"/>
                  </a:cubicBezTo>
                  <a:cubicBezTo>
                    <a:pt x="89" y="19"/>
                    <a:pt x="95" y="0"/>
                    <a:pt x="106" y="4"/>
                  </a:cubicBezTo>
                  <a:cubicBezTo>
                    <a:pt x="109" y="7"/>
                    <a:pt x="111" y="14"/>
                    <a:pt x="111" y="20"/>
                  </a:cubicBezTo>
                  <a:cubicBezTo>
                    <a:pt x="109" y="23"/>
                    <a:pt x="107" y="25"/>
                    <a:pt x="107" y="28"/>
                  </a:cubicBezTo>
                  <a:cubicBezTo>
                    <a:pt x="108" y="28"/>
                    <a:pt x="109" y="28"/>
                    <a:pt x="110" y="29"/>
                  </a:cubicBezTo>
                  <a:cubicBezTo>
                    <a:pt x="117" y="25"/>
                    <a:pt x="121" y="21"/>
                    <a:pt x="125" y="31"/>
                  </a:cubicBezTo>
                  <a:cubicBezTo>
                    <a:pt x="132" y="35"/>
                    <a:pt x="134" y="34"/>
                    <a:pt x="132" y="44"/>
                  </a:cubicBezTo>
                  <a:cubicBezTo>
                    <a:pt x="127" y="55"/>
                    <a:pt x="121" y="66"/>
                    <a:pt x="115" y="76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7" y="77"/>
                    <a:pt x="118" y="78"/>
                    <a:pt x="119" y="78"/>
                  </a:cubicBezTo>
                  <a:cubicBezTo>
                    <a:pt x="120" y="83"/>
                    <a:pt x="120" y="88"/>
                    <a:pt x="120" y="94"/>
                  </a:cubicBezTo>
                  <a:cubicBezTo>
                    <a:pt x="116" y="100"/>
                    <a:pt x="110" y="100"/>
                    <a:pt x="103" y="101"/>
                  </a:cubicBezTo>
                  <a:cubicBezTo>
                    <a:pt x="94" y="106"/>
                    <a:pt x="86" y="109"/>
                    <a:pt x="78" y="114"/>
                  </a:cubicBezTo>
                  <a:cubicBezTo>
                    <a:pt x="78" y="116"/>
                    <a:pt x="78" y="118"/>
                    <a:pt x="79" y="120"/>
                  </a:cubicBezTo>
                  <a:cubicBezTo>
                    <a:pt x="83" y="120"/>
                    <a:pt x="87" y="120"/>
                    <a:pt x="92" y="119"/>
                  </a:cubicBezTo>
                  <a:cubicBezTo>
                    <a:pt x="96" y="123"/>
                    <a:pt x="96" y="131"/>
                    <a:pt x="93" y="136"/>
                  </a:cubicBezTo>
                  <a:cubicBezTo>
                    <a:pt x="88" y="137"/>
                    <a:pt x="85" y="138"/>
                    <a:pt x="81" y="140"/>
                  </a:cubicBezTo>
                  <a:cubicBezTo>
                    <a:pt x="81" y="142"/>
                    <a:pt x="81" y="144"/>
                    <a:pt x="80" y="147"/>
                  </a:cubicBezTo>
                  <a:cubicBezTo>
                    <a:pt x="81" y="156"/>
                    <a:pt x="85" y="178"/>
                    <a:pt x="72" y="180"/>
                  </a:cubicBezTo>
                  <a:moveTo>
                    <a:pt x="99" y="67"/>
                  </a:moveTo>
                  <a:cubicBezTo>
                    <a:pt x="103" y="63"/>
                    <a:pt x="106" y="58"/>
                    <a:pt x="106" y="53"/>
                  </a:cubicBezTo>
                  <a:cubicBezTo>
                    <a:pt x="102" y="49"/>
                    <a:pt x="96" y="49"/>
                    <a:pt x="92" y="49"/>
                  </a:cubicBezTo>
                  <a:cubicBezTo>
                    <a:pt x="92" y="51"/>
                    <a:pt x="92" y="51"/>
                    <a:pt x="87" y="59"/>
                  </a:cubicBezTo>
                  <a:cubicBezTo>
                    <a:pt x="88" y="59"/>
                    <a:pt x="88" y="59"/>
                    <a:pt x="89" y="59"/>
                  </a:cubicBezTo>
                  <a:cubicBezTo>
                    <a:pt x="88" y="60"/>
                    <a:pt x="88" y="60"/>
                    <a:pt x="87" y="60"/>
                  </a:cubicBezTo>
                  <a:cubicBezTo>
                    <a:pt x="87" y="60"/>
                    <a:pt x="88" y="60"/>
                    <a:pt x="88" y="61"/>
                  </a:cubicBezTo>
                  <a:cubicBezTo>
                    <a:pt x="90" y="61"/>
                    <a:pt x="91" y="59"/>
                    <a:pt x="92" y="58"/>
                  </a:cubicBezTo>
                  <a:cubicBezTo>
                    <a:pt x="98" y="57"/>
                    <a:pt x="98" y="59"/>
                    <a:pt x="98" y="67"/>
                  </a:cubicBezTo>
                  <a:cubicBezTo>
                    <a:pt x="98" y="67"/>
                    <a:pt x="98" y="67"/>
                    <a:pt x="99" y="6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87">
              <a:extLst>
                <a:ext uri="{FF2B5EF4-FFF2-40B4-BE49-F238E27FC236}">
                  <a16:creationId xmlns:a16="http://schemas.microsoft.com/office/drawing/2014/main" id="{5BDCE5CA-6421-4425-8743-4582C7D606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5" y="933"/>
              <a:ext cx="31" cy="40"/>
            </a:xfrm>
            <a:custGeom>
              <a:avLst/>
              <a:gdLst>
                <a:gd name="T0" fmla="*/ 0 w 31"/>
                <a:gd name="T1" fmla="*/ 35 h 40"/>
                <a:gd name="T2" fmla="*/ 24 w 31"/>
                <a:gd name="T3" fmla="*/ 5 h 40"/>
                <a:gd name="T4" fmla="*/ 2 w 31"/>
                <a:gd name="T5" fmla="*/ 5 h 40"/>
                <a:gd name="T6" fmla="*/ 2 w 31"/>
                <a:gd name="T7" fmla="*/ 3 h 40"/>
                <a:gd name="T8" fmla="*/ 2 w 31"/>
                <a:gd name="T9" fmla="*/ 0 h 40"/>
                <a:gd name="T10" fmla="*/ 31 w 31"/>
                <a:gd name="T11" fmla="*/ 0 h 40"/>
                <a:gd name="T12" fmla="*/ 31 w 31"/>
                <a:gd name="T13" fmla="*/ 3 h 40"/>
                <a:gd name="T14" fmla="*/ 31 w 31"/>
                <a:gd name="T15" fmla="*/ 5 h 40"/>
                <a:gd name="T16" fmla="*/ 6 w 31"/>
                <a:gd name="T17" fmla="*/ 35 h 40"/>
                <a:gd name="T18" fmla="*/ 31 w 31"/>
                <a:gd name="T19" fmla="*/ 35 h 40"/>
                <a:gd name="T20" fmla="*/ 31 w 31"/>
                <a:gd name="T21" fmla="*/ 37 h 40"/>
                <a:gd name="T22" fmla="*/ 31 w 31"/>
                <a:gd name="T23" fmla="*/ 40 h 40"/>
                <a:gd name="T24" fmla="*/ 0 w 31"/>
                <a:gd name="T25" fmla="*/ 40 h 40"/>
                <a:gd name="T26" fmla="*/ 0 w 31"/>
                <a:gd name="T27" fmla="*/ 37 h 40"/>
                <a:gd name="T28" fmla="*/ 0 w 31"/>
                <a:gd name="T29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0" y="35"/>
                  </a:moveTo>
                  <a:lnTo>
                    <a:pt x="24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6" y="35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88">
              <a:extLst>
                <a:ext uri="{FF2B5EF4-FFF2-40B4-BE49-F238E27FC236}">
                  <a16:creationId xmlns:a16="http://schemas.microsoft.com/office/drawing/2014/main" id="{F1EBB270-8E32-4DEB-99F8-322DD37609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933"/>
              <a:ext cx="31" cy="40"/>
            </a:xfrm>
            <a:custGeom>
              <a:avLst/>
              <a:gdLst>
                <a:gd name="T0" fmla="*/ 0 w 31"/>
                <a:gd name="T1" fmla="*/ 0 h 40"/>
                <a:gd name="T2" fmla="*/ 2 w 31"/>
                <a:gd name="T3" fmla="*/ 0 h 40"/>
                <a:gd name="T4" fmla="*/ 5 w 31"/>
                <a:gd name="T5" fmla="*/ 0 h 40"/>
                <a:gd name="T6" fmla="*/ 5 w 31"/>
                <a:gd name="T7" fmla="*/ 16 h 40"/>
                <a:gd name="T8" fmla="*/ 26 w 31"/>
                <a:gd name="T9" fmla="*/ 16 h 40"/>
                <a:gd name="T10" fmla="*/ 26 w 31"/>
                <a:gd name="T11" fmla="*/ 0 h 40"/>
                <a:gd name="T12" fmla="*/ 28 w 31"/>
                <a:gd name="T13" fmla="*/ 0 h 40"/>
                <a:gd name="T14" fmla="*/ 31 w 31"/>
                <a:gd name="T15" fmla="*/ 0 h 40"/>
                <a:gd name="T16" fmla="*/ 31 w 31"/>
                <a:gd name="T17" fmla="*/ 40 h 40"/>
                <a:gd name="T18" fmla="*/ 28 w 31"/>
                <a:gd name="T19" fmla="*/ 40 h 40"/>
                <a:gd name="T20" fmla="*/ 26 w 31"/>
                <a:gd name="T21" fmla="*/ 40 h 40"/>
                <a:gd name="T22" fmla="*/ 26 w 31"/>
                <a:gd name="T23" fmla="*/ 21 h 40"/>
                <a:gd name="T24" fmla="*/ 5 w 31"/>
                <a:gd name="T25" fmla="*/ 21 h 40"/>
                <a:gd name="T26" fmla="*/ 5 w 31"/>
                <a:gd name="T27" fmla="*/ 40 h 40"/>
                <a:gd name="T28" fmla="*/ 2 w 31"/>
                <a:gd name="T29" fmla="*/ 40 h 40"/>
                <a:gd name="T30" fmla="*/ 0 w 31"/>
                <a:gd name="T31" fmla="*/ 40 h 40"/>
                <a:gd name="T32" fmla="*/ 0 w 31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16"/>
                  </a:lnTo>
                  <a:lnTo>
                    <a:pt x="26" y="16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21"/>
                  </a:lnTo>
                  <a:lnTo>
                    <a:pt x="5" y="2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89">
              <a:extLst>
                <a:ext uri="{FF2B5EF4-FFF2-40B4-BE49-F238E27FC236}">
                  <a16:creationId xmlns:a16="http://schemas.microsoft.com/office/drawing/2014/main" id="{BBA9315E-BB00-4149-B5BF-5CA424CF5E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3" y="933"/>
              <a:ext cx="29" cy="40"/>
            </a:xfrm>
            <a:custGeom>
              <a:avLst/>
              <a:gdLst>
                <a:gd name="T0" fmla="*/ 0 w 29"/>
                <a:gd name="T1" fmla="*/ 40 h 40"/>
                <a:gd name="T2" fmla="*/ 0 w 29"/>
                <a:gd name="T3" fmla="*/ 0 h 40"/>
                <a:gd name="T4" fmla="*/ 29 w 29"/>
                <a:gd name="T5" fmla="*/ 0 h 40"/>
                <a:gd name="T6" fmla="*/ 29 w 29"/>
                <a:gd name="T7" fmla="*/ 3 h 40"/>
                <a:gd name="T8" fmla="*/ 29 w 29"/>
                <a:gd name="T9" fmla="*/ 5 h 40"/>
                <a:gd name="T10" fmla="*/ 6 w 29"/>
                <a:gd name="T11" fmla="*/ 5 h 40"/>
                <a:gd name="T12" fmla="*/ 6 w 29"/>
                <a:gd name="T13" fmla="*/ 16 h 40"/>
                <a:gd name="T14" fmla="*/ 27 w 29"/>
                <a:gd name="T15" fmla="*/ 16 h 40"/>
                <a:gd name="T16" fmla="*/ 27 w 29"/>
                <a:gd name="T17" fmla="*/ 19 h 40"/>
                <a:gd name="T18" fmla="*/ 27 w 29"/>
                <a:gd name="T19" fmla="*/ 21 h 40"/>
                <a:gd name="T20" fmla="*/ 6 w 29"/>
                <a:gd name="T21" fmla="*/ 21 h 40"/>
                <a:gd name="T22" fmla="*/ 6 w 29"/>
                <a:gd name="T23" fmla="*/ 35 h 40"/>
                <a:gd name="T24" fmla="*/ 29 w 29"/>
                <a:gd name="T25" fmla="*/ 35 h 40"/>
                <a:gd name="T26" fmla="*/ 29 w 29"/>
                <a:gd name="T27" fmla="*/ 37 h 40"/>
                <a:gd name="T28" fmla="*/ 29 w 29"/>
                <a:gd name="T29" fmla="*/ 40 h 40"/>
                <a:gd name="T30" fmla="*/ 0 w 29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lnTo>
                    <a:pt x="0" y="0"/>
                  </a:lnTo>
                  <a:lnTo>
                    <a:pt x="29" y="0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29" y="35"/>
                  </a:lnTo>
                  <a:lnTo>
                    <a:pt x="29" y="37"/>
                  </a:lnTo>
                  <a:lnTo>
                    <a:pt x="29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90">
              <a:extLst>
                <a:ext uri="{FF2B5EF4-FFF2-40B4-BE49-F238E27FC236}">
                  <a16:creationId xmlns:a16="http://schemas.microsoft.com/office/drawing/2014/main" id="{98162FDD-F507-459F-9F82-1F8AC616AD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2" y="933"/>
              <a:ext cx="22" cy="40"/>
            </a:xfrm>
            <a:custGeom>
              <a:avLst/>
              <a:gdLst>
                <a:gd name="T0" fmla="*/ 14 w 18"/>
                <a:gd name="T1" fmla="*/ 0 h 32"/>
                <a:gd name="T2" fmla="*/ 16 w 18"/>
                <a:gd name="T3" fmla="*/ 0 h 32"/>
                <a:gd name="T4" fmla="*/ 18 w 18"/>
                <a:gd name="T5" fmla="*/ 0 h 32"/>
                <a:gd name="T6" fmla="*/ 18 w 18"/>
                <a:gd name="T7" fmla="*/ 23 h 32"/>
                <a:gd name="T8" fmla="*/ 16 w 18"/>
                <a:gd name="T9" fmla="*/ 30 h 32"/>
                <a:gd name="T10" fmla="*/ 9 w 18"/>
                <a:gd name="T11" fmla="*/ 32 h 32"/>
                <a:gd name="T12" fmla="*/ 2 w 18"/>
                <a:gd name="T13" fmla="*/ 30 h 32"/>
                <a:gd name="T14" fmla="*/ 0 w 18"/>
                <a:gd name="T15" fmla="*/ 23 h 32"/>
                <a:gd name="T16" fmla="*/ 0 w 18"/>
                <a:gd name="T17" fmla="*/ 21 h 32"/>
                <a:gd name="T18" fmla="*/ 4 w 18"/>
                <a:gd name="T19" fmla="*/ 21 h 32"/>
                <a:gd name="T20" fmla="*/ 4 w 18"/>
                <a:gd name="T21" fmla="*/ 23 h 32"/>
                <a:gd name="T22" fmla="*/ 6 w 18"/>
                <a:gd name="T23" fmla="*/ 27 h 32"/>
                <a:gd name="T24" fmla="*/ 9 w 18"/>
                <a:gd name="T25" fmla="*/ 29 h 32"/>
                <a:gd name="T26" fmla="*/ 13 w 18"/>
                <a:gd name="T27" fmla="*/ 27 h 32"/>
                <a:gd name="T28" fmla="*/ 14 w 18"/>
                <a:gd name="T29" fmla="*/ 23 h 32"/>
                <a:gd name="T30" fmla="*/ 14 w 18"/>
                <a:gd name="T3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32">
                  <a:moveTo>
                    <a:pt x="1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6"/>
                    <a:pt x="18" y="28"/>
                    <a:pt x="16" y="30"/>
                  </a:cubicBezTo>
                  <a:cubicBezTo>
                    <a:pt x="14" y="32"/>
                    <a:pt x="12" y="32"/>
                    <a:pt x="9" y="32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5"/>
                    <a:pt x="5" y="26"/>
                    <a:pt x="6" y="27"/>
                  </a:cubicBezTo>
                  <a:cubicBezTo>
                    <a:pt x="6" y="28"/>
                    <a:pt x="8" y="29"/>
                    <a:pt x="9" y="29"/>
                  </a:cubicBezTo>
                  <a:cubicBezTo>
                    <a:pt x="11" y="29"/>
                    <a:pt x="12" y="28"/>
                    <a:pt x="13" y="27"/>
                  </a:cubicBezTo>
                  <a:cubicBezTo>
                    <a:pt x="14" y="26"/>
                    <a:pt x="14" y="24"/>
                    <a:pt x="14" y="23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91">
              <a:extLst>
                <a:ext uri="{FF2B5EF4-FFF2-40B4-BE49-F238E27FC236}">
                  <a16:creationId xmlns:a16="http://schemas.microsoft.com/office/drawing/2014/main" id="{5FBD66CA-69D7-4410-9F22-16CEB1F37A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9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3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3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92">
              <a:extLst>
                <a:ext uri="{FF2B5EF4-FFF2-40B4-BE49-F238E27FC236}">
                  <a16:creationId xmlns:a16="http://schemas.microsoft.com/office/drawing/2014/main" id="{20336E6D-ACE8-45B8-9830-68BBCE809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" y="933"/>
              <a:ext cx="36" cy="40"/>
            </a:xfrm>
            <a:custGeom>
              <a:avLst/>
              <a:gdLst>
                <a:gd name="T0" fmla="*/ 15 w 36"/>
                <a:gd name="T1" fmla="*/ 0 h 40"/>
                <a:gd name="T2" fmla="*/ 19 w 36"/>
                <a:gd name="T3" fmla="*/ 0 h 40"/>
                <a:gd name="T4" fmla="*/ 21 w 36"/>
                <a:gd name="T5" fmla="*/ 0 h 40"/>
                <a:gd name="T6" fmla="*/ 36 w 36"/>
                <a:gd name="T7" fmla="*/ 40 h 40"/>
                <a:gd name="T8" fmla="*/ 33 w 36"/>
                <a:gd name="T9" fmla="*/ 40 h 40"/>
                <a:gd name="T10" fmla="*/ 30 w 36"/>
                <a:gd name="T11" fmla="*/ 40 h 40"/>
                <a:gd name="T12" fmla="*/ 26 w 36"/>
                <a:gd name="T13" fmla="*/ 27 h 40"/>
                <a:gd name="T14" fmla="*/ 10 w 36"/>
                <a:gd name="T15" fmla="*/ 27 h 40"/>
                <a:gd name="T16" fmla="*/ 7 w 36"/>
                <a:gd name="T17" fmla="*/ 40 h 40"/>
                <a:gd name="T18" fmla="*/ 4 w 36"/>
                <a:gd name="T19" fmla="*/ 40 h 40"/>
                <a:gd name="T20" fmla="*/ 0 w 36"/>
                <a:gd name="T21" fmla="*/ 40 h 40"/>
                <a:gd name="T22" fmla="*/ 15 w 36"/>
                <a:gd name="T23" fmla="*/ 0 h 40"/>
                <a:gd name="T24" fmla="*/ 12 w 36"/>
                <a:gd name="T25" fmla="*/ 24 h 40"/>
                <a:gd name="T26" fmla="*/ 24 w 36"/>
                <a:gd name="T27" fmla="*/ 24 h 40"/>
                <a:gd name="T28" fmla="*/ 19 w 36"/>
                <a:gd name="T29" fmla="*/ 5 h 40"/>
                <a:gd name="T30" fmla="*/ 19 w 36"/>
                <a:gd name="T31" fmla="*/ 5 h 40"/>
                <a:gd name="T32" fmla="*/ 12 w 36"/>
                <a:gd name="T33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40">
                  <a:moveTo>
                    <a:pt x="15" y="0"/>
                  </a:moveTo>
                  <a:lnTo>
                    <a:pt x="19" y="0"/>
                  </a:lnTo>
                  <a:lnTo>
                    <a:pt x="21" y="0"/>
                  </a:lnTo>
                  <a:lnTo>
                    <a:pt x="36" y="40"/>
                  </a:lnTo>
                  <a:lnTo>
                    <a:pt x="33" y="40"/>
                  </a:lnTo>
                  <a:lnTo>
                    <a:pt x="30" y="40"/>
                  </a:lnTo>
                  <a:lnTo>
                    <a:pt x="26" y="27"/>
                  </a:lnTo>
                  <a:lnTo>
                    <a:pt x="10" y="27"/>
                  </a:lnTo>
                  <a:lnTo>
                    <a:pt x="7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15" y="0"/>
                  </a:lnTo>
                  <a:close/>
                  <a:moveTo>
                    <a:pt x="12" y="24"/>
                  </a:moveTo>
                  <a:lnTo>
                    <a:pt x="24" y="2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93">
              <a:extLst>
                <a:ext uri="{FF2B5EF4-FFF2-40B4-BE49-F238E27FC236}">
                  <a16:creationId xmlns:a16="http://schemas.microsoft.com/office/drawing/2014/main" id="{BAABAF6B-2E23-4853-BFFC-D5D2CCA62D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1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3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4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9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9 w 31"/>
                <a:gd name="T23" fmla="*/ 40 h 40"/>
                <a:gd name="T24" fmla="*/ 26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9" y="40"/>
                  </a:lnTo>
                  <a:lnTo>
                    <a:pt x="26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94">
              <a:extLst>
                <a:ext uri="{FF2B5EF4-FFF2-40B4-BE49-F238E27FC236}">
                  <a16:creationId xmlns:a16="http://schemas.microsoft.com/office/drawing/2014/main" id="{AB3895B2-8521-4548-A5D5-645C519E5C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932"/>
              <a:ext cx="36" cy="41"/>
            </a:xfrm>
            <a:custGeom>
              <a:avLst/>
              <a:gdLst>
                <a:gd name="T0" fmla="*/ 15 w 29"/>
                <a:gd name="T1" fmla="*/ 33 h 33"/>
                <a:gd name="T2" fmla="*/ 4 w 29"/>
                <a:gd name="T3" fmla="*/ 29 h 33"/>
                <a:gd name="T4" fmla="*/ 0 w 29"/>
                <a:gd name="T5" fmla="*/ 17 h 33"/>
                <a:gd name="T6" fmla="*/ 4 w 29"/>
                <a:gd name="T7" fmla="*/ 5 h 33"/>
                <a:gd name="T8" fmla="*/ 15 w 29"/>
                <a:gd name="T9" fmla="*/ 0 h 33"/>
                <a:gd name="T10" fmla="*/ 24 w 29"/>
                <a:gd name="T11" fmla="*/ 3 h 33"/>
                <a:gd name="T12" fmla="*/ 28 w 29"/>
                <a:gd name="T13" fmla="*/ 10 h 33"/>
                <a:gd name="T14" fmla="*/ 24 w 29"/>
                <a:gd name="T15" fmla="*/ 10 h 33"/>
                <a:gd name="T16" fmla="*/ 21 w 29"/>
                <a:gd name="T17" fmla="*/ 5 h 33"/>
                <a:gd name="T18" fmla="*/ 15 w 29"/>
                <a:gd name="T19" fmla="*/ 4 h 33"/>
                <a:gd name="T20" fmla="*/ 7 w 29"/>
                <a:gd name="T21" fmla="*/ 7 h 33"/>
                <a:gd name="T22" fmla="*/ 4 w 29"/>
                <a:gd name="T23" fmla="*/ 17 h 33"/>
                <a:gd name="T24" fmla="*/ 7 w 29"/>
                <a:gd name="T25" fmla="*/ 26 h 33"/>
                <a:gd name="T26" fmla="*/ 15 w 29"/>
                <a:gd name="T27" fmla="*/ 30 h 33"/>
                <a:gd name="T28" fmla="*/ 23 w 29"/>
                <a:gd name="T29" fmla="*/ 26 h 33"/>
                <a:gd name="T30" fmla="*/ 24 w 29"/>
                <a:gd name="T31" fmla="*/ 25 h 33"/>
                <a:gd name="T32" fmla="*/ 25 w 29"/>
                <a:gd name="T33" fmla="*/ 23 h 33"/>
                <a:gd name="T34" fmla="*/ 25 w 29"/>
                <a:gd name="T35" fmla="*/ 20 h 33"/>
                <a:gd name="T36" fmla="*/ 25 w 29"/>
                <a:gd name="T37" fmla="*/ 19 h 33"/>
                <a:gd name="T38" fmla="*/ 15 w 29"/>
                <a:gd name="T39" fmla="*/ 19 h 33"/>
                <a:gd name="T40" fmla="*/ 15 w 29"/>
                <a:gd name="T41" fmla="*/ 16 h 33"/>
                <a:gd name="T42" fmla="*/ 29 w 29"/>
                <a:gd name="T43" fmla="*/ 16 h 33"/>
                <a:gd name="T44" fmla="*/ 29 w 29"/>
                <a:gd name="T45" fmla="*/ 32 h 33"/>
                <a:gd name="T46" fmla="*/ 26 w 29"/>
                <a:gd name="T47" fmla="*/ 32 h 33"/>
                <a:gd name="T48" fmla="*/ 25 w 29"/>
                <a:gd name="T49" fmla="*/ 28 h 33"/>
                <a:gd name="T50" fmla="*/ 25 w 29"/>
                <a:gd name="T51" fmla="*/ 29 h 33"/>
                <a:gd name="T52" fmla="*/ 15 w 29"/>
                <a:gd name="T5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3">
                  <a:moveTo>
                    <a:pt x="15" y="33"/>
                  </a:moveTo>
                  <a:cubicBezTo>
                    <a:pt x="10" y="33"/>
                    <a:pt x="7" y="32"/>
                    <a:pt x="4" y="29"/>
                  </a:cubicBezTo>
                  <a:cubicBezTo>
                    <a:pt x="1" y="26"/>
                    <a:pt x="0" y="22"/>
                    <a:pt x="0" y="17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1"/>
                    <a:pt x="10" y="0"/>
                    <a:pt x="15" y="0"/>
                  </a:cubicBezTo>
                  <a:cubicBezTo>
                    <a:pt x="18" y="0"/>
                    <a:pt x="21" y="1"/>
                    <a:pt x="24" y="3"/>
                  </a:cubicBezTo>
                  <a:cubicBezTo>
                    <a:pt x="26" y="5"/>
                    <a:pt x="28" y="7"/>
                    <a:pt x="28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8"/>
                    <a:pt x="23" y="7"/>
                    <a:pt x="21" y="5"/>
                  </a:cubicBezTo>
                  <a:cubicBezTo>
                    <a:pt x="19" y="4"/>
                    <a:pt x="17" y="4"/>
                    <a:pt x="15" y="4"/>
                  </a:cubicBez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1"/>
                    <a:pt x="5" y="24"/>
                    <a:pt x="7" y="26"/>
                  </a:cubicBezTo>
                  <a:cubicBezTo>
                    <a:pt x="9" y="29"/>
                    <a:pt x="12" y="30"/>
                    <a:pt x="15" y="30"/>
                  </a:cubicBezTo>
                  <a:cubicBezTo>
                    <a:pt x="18" y="30"/>
                    <a:pt x="21" y="29"/>
                    <a:pt x="23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4" y="24"/>
                    <a:pt x="24" y="24"/>
                    <a:pt x="25" y="23"/>
                  </a:cubicBezTo>
                  <a:cubicBezTo>
                    <a:pt x="25" y="22"/>
                    <a:pt x="25" y="21"/>
                    <a:pt x="25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2" y="32"/>
                    <a:pt x="19" y="33"/>
                    <a:pt x="15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95">
              <a:extLst>
                <a:ext uri="{FF2B5EF4-FFF2-40B4-BE49-F238E27FC236}">
                  <a16:creationId xmlns:a16="http://schemas.microsoft.com/office/drawing/2014/main" id="{235E662F-02F4-4A6F-ADCE-C0CC46EF53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60" y="933"/>
              <a:ext cx="31" cy="40"/>
            </a:xfrm>
            <a:custGeom>
              <a:avLst/>
              <a:gdLst>
                <a:gd name="T0" fmla="*/ 25 w 25"/>
                <a:gd name="T1" fmla="*/ 20 h 32"/>
                <a:gd name="T2" fmla="*/ 21 w 25"/>
                <a:gd name="T3" fmla="*/ 29 h 32"/>
                <a:gd name="T4" fmla="*/ 12 w 25"/>
                <a:gd name="T5" fmla="*/ 32 h 32"/>
                <a:gd name="T6" fmla="*/ 3 w 25"/>
                <a:gd name="T7" fmla="*/ 29 h 32"/>
                <a:gd name="T8" fmla="*/ 0 w 25"/>
                <a:gd name="T9" fmla="*/ 20 h 32"/>
                <a:gd name="T10" fmla="*/ 0 w 25"/>
                <a:gd name="T11" fmla="*/ 0 h 32"/>
                <a:gd name="T12" fmla="*/ 2 w 25"/>
                <a:gd name="T13" fmla="*/ 0 h 32"/>
                <a:gd name="T14" fmla="*/ 4 w 25"/>
                <a:gd name="T15" fmla="*/ 0 h 32"/>
                <a:gd name="T16" fmla="*/ 4 w 25"/>
                <a:gd name="T17" fmla="*/ 20 h 32"/>
                <a:gd name="T18" fmla="*/ 6 w 25"/>
                <a:gd name="T19" fmla="*/ 26 h 32"/>
                <a:gd name="T20" fmla="*/ 12 w 25"/>
                <a:gd name="T21" fmla="*/ 29 h 32"/>
                <a:gd name="T22" fmla="*/ 18 w 25"/>
                <a:gd name="T23" fmla="*/ 26 h 32"/>
                <a:gd name="T24" fmla="*/ 20 w 25"/>
                <a:gd name="T25" fmla="*/ 20 h 32"/>
                <a:gd name="T26" fmla="*/ 20 w 25"/>
                <a:gd name="T27" fmla="*/ 0 h 32"/>
                <a:gd name="T28" fmla="*/ 22 w 25"/>
                <a:gd name="T29" fmla="*/ 0 h 32"/>
                <a:gd name="T30" fmla="*/ 25 w 25"/>
                <a:gd name="T31" fmla="*/ 0 h 32"/>
                <a:gd name="T32" fmla="*/ 25 w 25"/>
                <a:gd name="T33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2">
                  <a:moveTo>
                    <a:pt x="25" y="20"/>
                  </a:moveTo>
                  <a:cubicBezTo>
                    <a:pt x="25" y="24"/>
                    <a:pt x="23" y="27"/>
                    <a:pt x="21" y="29"/>
                  </a:cubicBezTo>
                  <a:cubicBezTo>
                    <a:pt x="19" y="31"/>
                    <a:pt x="16" y="32"/>
                    <a:pt x="12" y="32"/>
                  </a:cubicBezTo>
                  <a:cubicBezTo>
                    <a:pt x="8" y="32"/>
                    <a:pt x="5" y="31"/>
                    <a:pt x="3" y="29"/>
                  </a:cubicBezTo>
                  <a:cubicBezTo>
                    <a:pt x="1" y="27"/>
                    <a:pt x="0" y="24"/>
                    <a:pt x="0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3"/>
                    <a:pt x="5" y="25"/>
                    <a:pt x="6" y="26"/>
                  </a:cubicBezTo>
                  <a:cubicBezTo>
                    <a:pt x="7" y="28"/>
                    <a:pt x="9" y="29"/>
                    <a:pt x="12" y="29"/>
                  </a:cubicBezTo>
                  <a:cubicBezTo>
                    <a:pt x="15" y="29"/>
                    <a:pt x="17" y="28"/>
                    <a:pt x="18" y="26"/>
                  </a:cubicBezTo>
                  <a:cubicBezTo>
                    <a:pt x="20" y="25"/>
                    <a:pt x="20" y="23"/>
                    <a:pt x="20" y="2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96">
              <a:extLst>
                <a:ext uri="{FF2B5EF4-FFF2-40B4-BE49-F238E27FC236}">
                  <a16:creationId xmlns:a16="http://schemas.microsoft.com/office/drawing/2014/main" id="{940B24D3-4D32-428E-B7D3-6E3E6D9DC7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06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2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2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8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8 w 31"/>
                <a:gd name="T23" fmla="*/ 40 h 40"/>
                <a:gd name="T24" fmla="*/ 25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5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97">
              <a:extLst>
                <a:ext uri="{FF2B5EF4-FFF2-40B4-BE49-F238E27FC236}">
                  <a16:creationId xmlns:a16="http://schemas.microsoft.com/office/drawing/2014/main" id="{30E8CBF7-BA79-42C9-914B-36D4ABFE05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2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98">
              <a:extLst>
                <a:ext uri="{FF2B5EF4-FFF2-40B4-BE49-F238E27FC236}">
                  <a16:creationId xmlns:a16="http://schemas.microsoft.com/office/drawing/2014/main" id="{BFAD07D8-87CB-4AD2-8845-BB8F490DA3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7" y="933"/>
              <a:ext cx="34" cy="40"/>
            </a:xfrm>
            <a:custGeom>
              <a:avLst/>
              <a:gdLst>
                <a:gd name="T0" fmla="*/ 0 w 34"/>
                <a:gd name="T1" fmla="*/ 0 h 40"/>
                <a:gd name="T2" fmla="*/ 3 w 34"/>
                <a:gd name="T3" fmla="*/ 0 h 40"/>
                <a:gd name="T4" fmla="*/ 6 w 34"/>
                <a:gd name="T5" fmla="*/ 0 h 40"/>
                <a:gd name="T6" fmla="*/ 17 w 34"/>
                <a:gd name="T7" fmla="*/ 34 h 40"/>
                <a:gd name="T8" fmla="*/ 17 w 34"/>
                <a:gd name="T9" fmla="*/ 34 h 40"/>
                <a:gd name="T10" fmla="*/ 28 w 34"/>
                <a:gd name="T11" fmla="*/ 0 h 40"/>
                <a:gd name="T12" fmla="*/ 32 w 34"/>
                <a:gd name="T13" fmla="*/ 0 h 40"/>
                <a:gd name="T14" fmla="*/ 34 w 34"/>
                <a:gd name="T15" fmla="*/ 0 h 40"/>
                <a:gd name="T16" fmla="*/ 21 w 34"/>
                <a:gd name="T17" fmla="*/ 40 h 40"/>
                <a:gd name="T18" fmla="*/ 17 w 34"/>
                <a:gd name="T19" fmla="*/ 40 h 40"/>
                <a:gd name="T20" fmla="*/ 15 w 34"/>
                <a:gd name="T21" fmla="*/ 40 h 40"/>
                <a:gd name="T22" fmla="*/ 0 w 34"/>
                <a:gd name="T2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" h="40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1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99">
              <a:extLst>
                <a:ext uri="{FF2B5EF4-FFF2-40B4-BE49-F238E27FC236}">
                  <a16:creationId xmlns:a16="http://schemas.microsoft.com/office/drawing/2014/main" id="{B44383CC-373B-4965-92A6-875F809A94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1" y="933"/>
              <a:ext cx="30" cy="40"/>
            </a:xfrm>
            <a:custGeom>
              <a:avLst/>
              <a:gdLst>
                <a:gd name="T0" fmla="*/ 0 w 30"/>
                <a:gd name="T1" fmla="*/ 40 h 40"/>
                <a:gd name="T2" fmla="*/ 0 w 30"/>
                <a:gd name="T3" fmla="*/ 0 h 40"/>
                <a:gd name="T4" fmla="*/ 30 w 30"/>
                <a:gd name="T5" fmla="*/ 0 h 40"/>
                <a:gd name="T6" fmla="*/ 30 w 30"/>
                <a:gd name="T7" fmla="*/ 3 h 40"/>
                <a:gd name="T8" fmla="*/ 30 w 30"/>
                <a:gd name="T9" fmla="*/ 5 h 40"/>
                <a:gd name="T10" fmla="*/ 6 w 30"/>
                <a:gd name="T11" fmla="*/ 5 h 40"/>
                <a:gd name="T12" fmla="*/ 6 w 30"/>
                <a:gd name="T13" fmla="*/ 16 h 40"/>
                <a:gd name="T14" fmla="*/ 27 w 30"/>
                <a:gd name="T15" fmla="*/ 16 h 40"/>
                <a:gd name="T16" fmla="*/ 27 w 30"/>
                <a:gd name="T17" fmla="*/ 19 h 40"/>
                <a:gd name="T18" fmla="*/ 27 w 30"/>
                <a:gd name="T19" fmla="*/ 21 h 40"/>
                <a:gd name="T20" fmla="*/ 6 w 30"/>
                <a:gd name="T21" fmla="*/ 21 h 40"/>
                <a:gd name="T22" fmla="*/ 6 w 30"/>
                <a:gd name="T23" fmla="*/ 35 h 40"/>
                <a:gd name="T24" fmla="*/ 30 w 30"/>
                <a:gd name="T25" fmla="*/ 35 h 40"/>
                <a:gd name="T26" fmla="*/ 30 w 30"/>
                <a:gd name="T27" fmla="*/ 37 h 40"/>
                <a:gd name="T28" fmla="*/ 30 w 30"/>
                <a:gd name="T29" fmla="*/ 40 h 40"/>
                <a:gd name="T30" fmla="*/ 0 w 30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40">
                  <a:moveTo>
                    <a:pt x="0" y="40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30" y="35"/>
                  </a:lnTo>
                  <a:lnTo>
                    <a:pt x="30" y="37"/>
                  </a:lnTo>
                  <a:lnTo>
                    <a:pt x="30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100">
              <a:extLst>
                <a:ext uri="{FF2B5EF4-FFF2-40B4-BE49-F238E27FC236}">
                  <a16:creationId xmlns:a16="http://schemas.microsoft.com/office/drawing/2014/main" id="{A50794A3-1788-49CD-AEA0-250CFC8FD4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55" y="933"/>
              <a:ext cx="33" cy="40"/>
            </a:xfrm>
            <a:custGeom>
              <a:avLst/>
              <a:gdLst>
                <a:gd name="T0" fmla="*/ 0 w 27"/>
                <a:gd name="T1" fmla="*/ 0 h 32"/>
                <a:gd name="T2" fmla="*/ 2 w 27"/>
                <a:gd name="T3" fmla="*/ 0 h 32"/>
                <a:gd name="T4" fmla="*/ 15 w 27"/>
                <a:gd name="T5" fmla="*/ 0 h 32"/>
                <a:gd name="T6" fmla="*/ 23 w 27"/>
                <a:gd name="T7" fmla="*/ 2 h 32"/>
                <a:gd name="T8" fmla="*/ 25 w 27"/>
                <a:gd name="T9" fmla="*/ 8 h 32"/>
                <a:gd name="T10" fmla="*/ 23 w 27"/>
                <a:gd name="T11" fmla="*/ 15 h 32"/>
                <a:gd name="T12" fmla="*/ 21 w 27"/>
                <a:gd name="T13" fmla="*/ 16 h 32"/>
                <a:gd name="T14" fmla="*/ 22 w 27"/>
                <a:gd name="T15" fmla="*/ 16 h 32"/>
                <a:gd name="T16" fmla="*/ 25 w 27"/>
                <a:gd name="T17" fmla="*/ 22 h 32"/>
                <a:gd name="T18" fmla="*/ 25 w 27"/>
                <a:gd name="T19" fmla="*/ 28 h 32"/>
                <a:gd name="T20" fmla="*/ 25 w 27"/>
                <a:gd name="T21" fmla="*/ 30 h 32"/>
                <a:gd name="T22" fmla="*/ 27 w 27"/>
                <a:gd name="T23" fmla="*/ 31 h 32"/>
                <a:gd name="T24" fmla="*/ 27 w 27"/>
                <a:gd name="T25" fmla="*/ 31 h 32"/>
                <a:gd name="T26" fmla="*/ 21 w 27"/>
                <a:gd name="T27" fmla="*/ 31 h 32"/>
                <a:gd name="T28" fmla="*/ 21 w 27"/>
                <a:gd name="T29" fmla="*/ 29 h 32"/>
                <a:gd name="T30" fmla="*/ 21 w 27"/>
                <a:gd name="T31" fmla="*/ 26 h 32"/>
                <a:gd name="T32" fmla="*/ 21 w 27"/>
                <a:gd name="T33" fmla="*/ 23 h 32"/>
                <a:gd name="T34" fmla="*/ 19 w 27"/>
                <a:gd name="T35" fmla="*/ 19 h 32"/>
                <a:gd name="T36" fmla="*/ 15 w 27"/>
                <a:gd name="T37" fmla="*/ 18 h 32"/>
                <a:gd name="T38" fmla="*/ 4 w 27"/>
                <a:gd name="T39" fmla="*/ 18 h 32"/>
                <a:gd name="T40" fmla="*/ 4 w 27"/>
                <a:gd name="T41" fmla="*/ 32 h 32"/>
                <a:gd name="T42" fmla="*/ 2 w 27"/>
                <a:gd name="T43" fmla="*/ 32 h 32"/>
                <a:gd name="T44" fmla="*/ 0 w 27"/>
                <a:gd name="T45" fmla="*/ 32 h 32"/>
                <a:gd name="T46" fmla="*/ 0 w 27"/>
                <a:gd name="T47" fmla="*/ 0 h 32"/>
                <a:gd name="T48" fmla="*/ 4 w 27"/>
                <a:gd name="T49" fmla="*/ 14 h 32"/>
                <a:gd name="T50" fmla="*/ 15 w 27"/>
                <a:gd name="T51" fmla="*/ 14 h 32"/>
                <a:gd name="T52" fmla="*/ 19 w 27"/>
                <a:gd name="T53" fmla="*/ 13 h 32"/>
                <a:gd name="T54" fmla="*/ 21 w 27"/>
                <a:gd name="T55" fmla="*/ 9 h 32"/>
                <a:gd name="T56" fmla="*/ 19 w 27"/>
                <a:gd name="T57" fmla="*/ 5 h 32"/>
                <a:gd name="T58" fmla="*/ 15 w 27"/>
                <a:gd name="T59" fmla="*/ 3 h 32"/>
                <a:gd name="T60" fmla="*/ 4 w 27"/>
                <a:gd name="T61" fmla="*/ 3 h 32"/>
                <a:gd name="T62" fmla="*/ 4 w 27"/>
                <a:gd name="T63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" h="32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0"/>
                    <a:pt x="21" y="1"/>
                    <a:pt x="23" y="2"/>
                  </a:cubicBezTo>
                  <a:cubicBezTo>
                    <a:pt x="24" y="3"/>
                    <a:pt x="25" y="6"/>
                    <a:pt x="25" y="8"/>
                  </a:cubicBezTo>
                  <a:cubicBezTo>
                    <a:pt x="25" y="11"/>
                    <a:pt x="24" y="13"/>
                    <a:pt x="23" y="15"/>
                  </a:cubicBezTo>
                  <a:cubicBezTo>
                    <a:pt x="22" y="15"/>
                    <a:pt x="22" y="16"/>
                    <a:pt x="21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4" y="17"/>
                    <a:pt x="25" y="19"/>
                    <a:pt x="25" y="2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0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1" y="31"/>
                    <a:pt x="21" y="31"/>
                    <a:pt x="21" y="29"/>
                  </a:cubicBezTo>
                  <a:cubicBezTo>
                    <a:pt x="21" y="28"/>
                    <a:pt x="21" y="27"/>
                    <a:pt x="21" y="26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1"/>
                    <a:pt x="20" y="20"/>
                    <a:pt x="19" y="19"/>
                  </a:cubicBezTo>
                  <a:cubicBezTo>
                    <a:pt x="18" y="18"/>
                    <a:pt x="17" y="18"/>
                    <a:pt x="1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  <a:moveTo>
                    <a:pt x="4" y="14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9" y="14"/>
                    <a:pt x="19" y="13"/>
                  </a:cubicBezTo>
                  <a:cubicBezTo>
                    <a:pt x="20" y="12"/>
                    <a:pt x="21" y="11"/>
                    <a:pt x="21" y="9"/>
                  </a:cubicBezTo>
                  <a:cubicBezTo>
                    <a:pt x="21" y="7"/>
                    <a:pt x="20" y="5"/>
                    <a:pt x="19" y="5"/>
                  </a:cubicBezTo>
                  <a:cubicBezTo>
                    <a:pt x="18" y="4"/>
                    <a:pt x="17" y="3"/>
                    <a:pt x="15" y="3"/>
                  </a:cubicBezTo>
                  <a:cubicBezTo>
                    <a:pt x="4" y="3"/>
                    <a:pt x="4" y="3"/>
                    <a:pt x="4" y="3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101">
              <a:extLst>
                <a:ext uri="{FF2B5EF4-FFF2-40B4-BE49-F238E27FC236}">
                  <a16:creationId xmlns:a16="http://schemas.microsoft.com/office/drawing/2014/main" id="{116463AD-4B12-404D-8BB2-6C3D3272AE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932"/>
              <a:ext cx="31" cy="41"/>
            </a:xfrm>
            <a:custGeom>
              <a:avLst/>
              <a:gdLst>
                <a:gd name="T0" fmla="*/ 20 w 25"/>
                <a:gd name="T1" fmla="*/ 10 h 33"/>
                <a:gd name="T2" fmla="*/ 18 w 25"/>
                <a:gd name="T3" fmla="*/ 5 h 33"/>
                <a:gd name="T4" fmla="*/ 12 w 25"/>
                <a:gd name="T5" fmla="*/ 4 h 33"/>
                <a:gd name="T6" fmla="*/ 7 w 25"/>
                <a:gd name="T7" fmla="*/ 5 h 33"/>
                <a:gd name="T8" fmla="*/ 5 w 25"/>
                <a:gd name="T9" fmla="*/ 9 h 33"/>
                <a:gd name="T10" fmla="*/ 6 w 25"/>
                <a:gd name="T11" fmla="*/ 12 h 33"/>
                <a:gd name="T12" fmla="*/ 11 w 25"/>
                <a:gd name="T13" fmla="*/ 14 h 33"/>
                <a:gd name="T14" fmla="*/ 17 w 25"/>
                <a:gd name="T15" fmla="*/ 15 h 33"/>
                <a:gd name="T16" fmla="*/ 23 w 25"/>
                <a:gd name="T17" fmla="*/ 18 h 33"/>
                <a:gd name="T18" fmla="*/ 25 w 25"/>
                <a:gd name="T19" fmla="*/ 24 h 33"/>
                <a:gd name="T20" fmla="*/ 22 w 25"/>
                <a:gd name="T21" fmla="*/ 31 h 33"/>
                <a:gd name="T22" fmla="*/ 13 w 25"/>
                <a:gd name="T23" fmla="*/ 33 h 33"/>
                <a:gd name="T24" fmla="*/ 3 w 25"/>
                <a:gd name="T25" fmla="*/ 30 h 33"/>
                <a:gd name="T26" fmla="*/ 0 w 25"/>
                <a:gd name="T27" fmla="*/ 23 h 33"/>
                <a:gd name="T28" fmla="*/ 0 w 25"/>
                <a:gd name="T29" fmla="*/ 22 h 33"/>
                <a:gd name="T30" fmla="*/ 4 w 25"/>
                <a:gd name="T31" fmla="*/ 22 h 33"/>
                <a:gd name="T32" fmla="*/ 6 w 25"/>
                <a:gd name="T33" fmla="*/ 28 h 33"/>
                <a:gd name="T34" fmla="*/ 13 w 25"/>
                <a:gd name="T35" fmla="*/ 30 h 33"/>
                <a:gd name="T36" fmla="*/ 19 w 25"/>
                <a:gd name="T37" fmla="*/ 28 h 33"/>
                <a:gd name="T38" fmla="*/ 21 w 25"/>
                <a:gd name="T39" fmla="*/ 24 h 33"/>
                <a:gd name="T40" fmla="*/ 20 w 25"/>
                <a:gd name="T41" fmla="*/ 21 h 33"/>
                <a:gd name="T42" fmla="*/ 14 w 25"/>
                <a:gd name="T43" fmla="*/ 19 h 33"/>
                <a:gd name="T44" fmla="*/ 9 w 25"/>
                <a:gd name="T45" fmla="*/ 17 h 33"/>
                <a:gd name="T46" fmla="*/ 3 w 25"/>
                <a:gd name="T47" fmla="*/ 15 h 33"/>
                <a:gd name="T48" fmla="*/ 1 w 25"/>
                <a:gd name="T49" fmla="*/ 10 h 33"/>
                <a:gd name="T50" fmla="*/ 4 w 25"/>
                <a:gd name="T51" fmla="*/ 3 h 33"/>
                <a:gd name="T52" fmla="*/ 12 w 25"/>
                <a:gd name="T53" fmla="*/ 0 h 33"/>
                <a:gd name="T54" fmla="*/ 21 w 25"/>
                <a:gd name="T55" fmla="*/ 3 h 33"/>
                <a:gd name="T56" fmla="*/ 24 w 25"/>
                <a:gd name="T57" fmla="*/ 10 h 33"/>
                <a:gd name="T58" fmla="*/ 20 w 25"/>
                <a:gd name="T59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" h="33">
                  <a:moveTo>
                    <a:pt x="20" y="10"/>
                  </a:moveTo>
                  <a:cubicBezTo>
                    <a:pt x="20" y="8"/>
                    <a:pt x="19" y="6"/>
                    <a:pt x="18" y="5"/>
                  </a:cubicBezTo>
                  <a:cubicBezTo>
                    <a:pt x="17" y="4"/>
                    <a:pt x="15" y="4"/>
                    <a:pt x="12" y="4"/>
                  </a:cubicBezTo>
                  <a:cubicBezTo>
                    <a:pt x="10" y="4"/>
                    <a:pt x="8" y="4"/>
                    <a:pt x="7" y="5"/>
                  </a:cubicBezTo>
                  <a:cubicBezTo>
                    <a:pt x="6" y="6"/>
                    <a:pt x="5" y="7"/>
                    <a:pt x="5" y="9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7" y="13"/>
                    <a:pt x="9" y="13"/>
                    <a:pt x="11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20" y="16"/>
                    <a:pt x="22" y="17"/>
                    <a:pt x="23" y="18"/>
                  </a:cubicBezTo>
                  <a:cubicBezTo>
                    <a:pt x="24" y="20"/>
                    <a:pt x="25" y="22"/>
                    <a:pt x="25" y="24"/>
                  </a:cubicBezTo>
                  <a:cubicBezTo>
                    <a:pt x="25" y="27"/>
                    <a:pt x="24" y="29"/>
                    <a:pt x="22" y="31"/>
                  </a:cubicBezTo>
                  <a:cubicBezTo>
                    <a:pt x="20" y="33"/>
                    <a:pt x="17" y="33"/>
                    <a:pt x="13" y="33"/>
                  </a:cubicBezTo>
                  <a:cubicBezTo>
                    <a:pt x="9" y="33"/>
                    <a:pt x="5" y="32"/>
                    <a:pt x="3" y="30"/>
                  </a:cubicBezTo>
                  <a:cubicBezTo>
                    <a:pt x="1" y="29"/>
                    <a:pt x="0" y="26"/>
                    <a:pt x="0" y="2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5"/>
                    <a:pt x="5" y="26"/>
                    <a:pt x="6" y="28"/>
                  </a:cubicBezTo>
                  <a:cubicBezTo>
                    <a:pt x="8" y="29"/>
                    <a:pt x="10" y="30"/>
                    <a:pt x="13" y="30"/>
                  </a:cubicBezTo>
                  <a:cubicBezTo>
                    <a:pt x="15" y="30"/>
                    <a:pt x="17" y="29"/>
                    <a:pt x="19" y="28"/>
                  </a:cubicBezTo>
                  <a:cubicBezTo>
                    <a:pt x="20" y="27"/>
                    <a:pt x="21" y="26"/>
                    <a:pt x="21" y="24"/>
                  </a:cubicBezTo>
                  <a:cubicBezTo>
                    <a:pt x="21" y="23"/>
                    <a:pt x="20" y="22"/>
                    <a:pt x="20" y="21"/>
                  </a:cubicBezTo>
                  <a:cubicBezTo>
                    <a:pt x="19" y="20"/>
                    <a:pt x="17" y="19"/>
                    <a:pt x="14" y="19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6" y="17"/>
                    <a:pt x="4" y="16"/>
                    <a:pt x="3" y="15"/>
                  </a:cubicBezTo>
                  <a:cubicBezTo>
                    <a:pt x="1" y="14"/>
                    <a:pt x="1" y="12"/>
                    <a:pt x="1" y="10"/>
                  </a:cubicBezTo>
                  <a:cubicBezTo>
                    <a:pt x="1" y="7"/>
                    <a:pt x="2" y="4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3" y="4"/>
                    <a:pt x="24" y="7"/>
                    <a:pt x="24" y="1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102">
              <a:extLst>
                <a:ext uri="{FF2B5EF4-FFF2-40B4-BE49-F238E27FC236}">
                  <a16:creationId xmlns:a16="http://schemas.microsoft.com/office/drawing/2014/main" id="{E3AFB79E-2EBA-4269-B088-5ECD2014ED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4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103">
              <a:extLst>
                <a:ext uri="{FF2B5EF4-FFF2-40B4-BE49-F238E27FC236}">
                  <a16:creationId xmlns:a16="http://schemas.microsoft.com/office/drawing/2014/main" id="{4DD6B9EC-7FFD-40D3-A97C-187D271CC2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0" y="933"/>
              <a:ext cx="32" cy="40"/>
            </a:xfrm>
            <a:custGeom>
              <a:avLst/>
              <a:gdLst>
                <a:gd name="T0" fmla="*/ 13 w 32"/>
                <a:gd name="T1" fmla="*/ 5 h 40"/>
                <a:gd name="T2" fmla="*/ 0 w 32"/>
                <a:gd name="T3" fmla="*/ 5 h 40"/>
                <a:gd name="T4" fmla="*/ 0 w 32"/>
                <a:gd name="T5" fmla="*/ 3 h 40"/>
                <a:gd name="T6" fmla="*/ 0 w 32"/>
                <a:gd name="T7" fmla="*/ 0 h 40"/>
                <a:gd name="T8" fmla="*/ 32 w 32"/>
                <a:gd name="T9" fmla="*/ 0 h 40"/>
                <a:gd name="T10" fmla="*/ 32 w 32"/>
                <a:gd name="T11" fmla="*/ 3 h 40"/>
                <a:gd name="T12" fmla="*/ 32 w 32"/>
                <a:gd name="T13" fmla="*/ 5 h 40"/>
                <a:gd name="T14" fmla="*/ 18 w 32"/>
                <a:gd name="T15" fmla="*/ 5 h 40"/>
                <a:gd name="T16" fmla="*/ 18 w 32"/>
                <a:gd name="T17" fmla="*/ 40 h 40"/>
                <a:gd name="T18" fmla="*/ 16 w 32"/>
                <a:gd name="T19" fmla="*/ 40 h 40"/>
                <a:gd name="T20" fmla="*/ 13 w 32"/>
                <a:gd name="T21" fmla="*/ 40 h 40"/>
                <a:gd name="T22" fmla="*/ 13 w 32"/>
                <a:gd name="T2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40">
                  <a:moveTo>
                    <a:pt x="13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3"/>
                  </a:lnTo>
                  <a:lnTo>
                    <a:pt x="32" y="5"/>
                  </a:lnTo>
                  <a:lnTo>
                    <a:pt x="18" y="5"/>
                  </a:lnTo>
                  <a:lnTo>
                    <a:pt x="18" y="40"/>
                  </a:lnTo>
                  <a:lnTo>
                    <a:pt x="16" y="40"/>
                  </a:lnTo>
                  <a:lnTo>
                    <a:pt x="13" y="40"/>
                  </a:lnTo>
                  <a:lnTo>
                    <a:pt x="13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104">
              <a:extLst>
                <a:ext uri="{FF2B5EF4-FFF2-40B4-BE49-F238E27FC236}">
                  <a16:creationId xmlns:a16="http://schemas.microsoft.com/office/drawing/2014/main" id="{4D07D75A-8DD0-4B80-9F8F-C2582DB564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1" y="933"/>
              <a:ext cx="34" cy="40"/>
            </a:xfrm>
            <a:custGeom>
              <a:avLst/>
              <a:gdLst>
                <a:gd name="T0" fmla="*/ 15 w 34"/>
                <a:gd name="T1" fmla="*/ 24 h 40"/>
                <a:gd name="T2" fmla="*/ 0 w 34"/>
                <a:gd name="T3" fmla="*/ 0 h 40"/>
                <a:gd name="T4" fmla="*/ 3 w 34"/>
                <a:gd name="T5" fmla="*/ 0 h 40"/>
                <a:gd name="T6" fmla="*/ 6 w 34"/>
                <a:gd name="T7" fmla="*/ 0 h 40"/>
                <a:gd name="T8" fmla="*/ 17 w 34"/>
                <a:gd name="T9" fmla="*/ 19 h 40"/>
                <a:gd name="T10" fmla="*/ 17 w 34"/>
                <a:gd name="T11" fmla="*/ 19 h 40"/>
                <a:gd name="T12" fmla="*/ 28 w 34"/>
                <a:gd name="T13" fmla="*/ 0 h 40"/>
                <a:gd name="T14" fmla="*/ 32 w 34"/>
                <a:gd name="T15" fmla="*/ 0 h 40"/>
                <a:gd name="T16" fmla="*/ 34 w 34"/>
                <a:gd name="T17" fmla="*/ 0 h 40"/>
                <a:gd name="T18" fmla="*/ 20 w 34"/>
                <a:gd name="T19" fmla="*/ 24 h 40"/>
                <a:gd name="T20" fmla="*/ 20 w 34"/>
                <a:gd name="T21" fmla="*/ 40 h 40"/>
                <a:gd name="T22" fmla="*/ 17 w 34"/>
                <a:gd name="T23" fmla="*/ 40 h 40"/>
                <a:gd name="T24" fmla="*/ 15 w 34"/>
                <a:gd name="T25" fmla="*/ 40 h 40"/>
                <a:gd name="T26" fmla="*/ 15 w 34"/>
                <a:gd name="T27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0">
                  <a:moveTo>
                    <a:pt x="15" y="24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6" y="0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0" y="24"/>
                  </a:lnTo>
                  <a:lnTo>
                    <a:pt x="20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15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105">
              <a:extLst>
                <a:ext uri="{FF2B5EF4-FFF2-40B4-BE49-F238E27FC236}">
                  <a16:creationId xmlns:a16="http://schemas.microsoft.com/office/drawing/2014/main" id="{BA33A9B8-E292-44B5-B166-90EDE3E89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4" y="660"/>
              <a:ext cx="350" cy="353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06">
              <a:extLst>
                <a:ext uri="{FF2B5EF4-FFF2-40B4-BE49-F238E27FC236}">
                  <a16:creationId xmlns:a16="http://schemas.microsoft.com/office/drawing/2014/main" id="{0CC706B8-DAAD-4E53-B5D6-B66B9A2953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3" y="739"/>
              <a:ext cx="193" cy="17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07">
              <a:extLst>
                <a:ext uri="{FF2B5EF4-FFF2-40B4-BE49-F238E27FC236}">
                  <a16:creationId xmlns:a16="http://schemas.microsoft.com/office/drawing/2014/main" id="{119FC483-2164-4C16-BF31-5365301E60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" y="867"/>
              <a:ext cx="40" cy="29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08">
              <a:extLst>
                <a:ext uri="{FF2B5EF4-FFF2-40B4-BE49-F238E27FC236}">
                  <a16:creationId xmlns:a16="http://schemas.microsoft.com/office/drawing/2014/main" id="{ED1FD9E9-61FF-48CF-8FA5-6D9B891E74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4" y="888"/>
              <a:ext cx="38" cy="31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09">
              <a:extLst>
                <a:ext uri="{FF2B5EF4-FFF2-40B4-BE49-F238E27FC236}">
                  <a16:creationId xmlns:a16="http://schemas.microsoft.com/office/drawing/2014/main" id="{FABB4B00-B4AE-48C6-9094-ACD4AFD5B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5" y="906"/>
              <a:ext cx="38" cy="33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10">
              <a:extLst>
                <a:ext uri="{FF2B5EF4-FFF2-40B4-BE49-F238E27FC236}">
                  <a16:creationId xmlns:a16="http://schemas.microsoft.com/office/drawing/2014/main" id="{FE0DDC20-058C-42CA-B8E1-541F59C9C4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6" y="934"/>
              <a:ext cx="24" cy="29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11">
              <a:extLst>
                <a:ext uri="{FF2B5EF4-FFF2-40B4-BE49-F238E27FC236}">
                  <a16:creationId xmlns:a16="http://schemas.microsoft.com/office/drawing/2014/main" id="{55F7BC03-192C-48AD-AC13-06A2F9DAEA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4" y="942"/>
              <a:ext cx="29" cy="35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112">
              <a:extLst>
                <a:ext uri="{FF2B5EF4-FFF2-40B4-BE49-F238E27FC236}">
                  <a16:creationId xmlns:a16="http://schemas.microsoft.com/office/drawing/2014/main" id="{1B7E42FE-1416-41F2-86FC-2933EBBB12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4" y="948"/>
              <a:ext cx="32" cy="39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113">
              <a:extLst>
                <a:ext uri="{FF2B5EF4-FFF2-40B4-BE49-F238E27FC236}">
                  <a16:creationId xmlns:a16="http://schemas.microsoft.com/office/drawing/2014/main" id="{9CE54699-EB22-403D-B875-3AD92E4C1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9" y="957"/>
              <a:ext cx="23" cy="36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114">
              <a:extLst>
                <a:ext uri="{FF2B5EF4-FFF2-40B4-BE49-F238E27FC236}">
                  <a16:creationId xmlns:a16="http://schemas.microsoft.com/office/drawing/2014/main" id="{31A44FCC-FA9C-4922-987E-AA083E1732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1" y="962"/>
              <a:ext cx="19" cy="33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115">
              <a:extLst>
                <a:ext uri="{FF2B5EF4-FFF2-40B4-BE49-F238E27FC236}">
                  <a16:creationId xmlns:a16="http://schemas.microsoft.com/office/drawing/2014/main" id="{65B48BBF-6D89-4D3E-90E0-9FA8B2E23C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2" y="959"/>
              <a:ext cx="21" cy="36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116">
              <a:extLst>
                <a:ext uri="{FF2B5EF4-FFF2-40B4-BE49-F238E27FC236}">
                  <a16:creationId xmlns:a16="http://schemas.microsoft.com/office/drawing/2014/main" id="{BC67340A-2821-4279-8CD9-3C337C7DBE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" y="957"/>
              <a:ext cx="14" cy="33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117">
              <a:extLst>
                <a:ext uri="{FF2B5EF4-FFF2-40B4-BE49-F238E27FC236}">
                  <a16:creationId xmlns:a16="http://schemas.microsoft.com/office/drawing/2014/main" id="{001E2E5E-603E-452F-A24B-43A7060C34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9" y="948"/>
              <a:ext cx="23" cy="37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118">
              <a:extLst>
                <a:ext uri="{FF2B5EF4-FFF2-40B4-BE49-F238E27FC236}">
                  <a16:creationId xmlns:a16="http://schemas.microsoft.com/office/drawing/2014/main" id="{C65E561A-C2D1-4E9F-A282-7CC0E7785F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8" y="939"/>
              <a:ext cx="33" cy="38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119">
              <a:extLst>
                <a:ext uri="{FF2B5EF4-FFF2-40B4-BE49-F238E27FC236}">
                  <a16:creationId xmlns:a16="http://schemas.microsoft.com/office/drawing/2014/main" id="{A8B94122-F6E4-48E2-ACF5-8E24D4FE31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5" y="931"/>
              <a:ext cx="34" cy="34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120">
              <a:extLst>
                <a:ext uri="{FF2B5EF4-FFF2-40B4-BE49-F238E27FC236}">
                  <a16:creationId xmlns:a16="http://schemas.microsoft.com/office/drawing/2014/main" id="{7EF09E22-CC27-492E-A81F-2705284BDA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3" y="916"/>
              <a:ext cx="34" cy="29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121">
              <a:extLst>
                <a:ext uri="{FF2B5EF4-FFF2-40B4-BE49-F238E27FC236}">
                  <a16:creationId xmlns:a16="http://schemas.microsoft.com/office/drawing/2014/main" id="{DB39FE65-50B7-4CA0-A1FD-53807BA12E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906"/>
              <a:ext cx="31" cy="21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122">
              <a:extLst>
                <a:ext uri="{FF2B5EF4-FFF2-40B4-BE49-F238E27FC236}">
                  <a16:creationId xmlns:a16="http://schemas.microsoft.com/office/drawing/2014/main" id="{8369EA98-DC9C-4D8E-A8AD-42FB792C03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884"/>
              <a:ext cx="36" cy="28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123">
              <a:extLst>
                <a:ext uri="{FF2B5EF4-FFF2-40B4-BE49-F238E27FC236}">
                  <a16:creationId xmlns:a16="http://schemas.microsoft.com/office/drawing/2014/main" id="{BF92D781-226B-4E87-9EBD-422A4795C4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" y="865"/>
              <a:ext cx="36" cy="23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124">
              <a:extLst>
                <a:ext uri="{FF2B5EF4-FFF2-40B4-BE49-F238E27FC236}">
                  <a16:creationId xmlns:a16="http://schemas.microsoft.com/office/drawing/2014/main" id="{2B4829F6-2BF4-4552-964A-E1F87A493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0" y="928"/>
              <a:ext cx="34" cy="25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125">
              <a:extLst>
                <a:ext uri="{FF2B5EF4-FFF2-40B4-BE49-F238E27FC236}">
                  <a16:creationId xmlns:a16="http://schemas.microsoft.com/office/drawing/2014/main" id="{2F1FC0E3-DD88-4F06-AB7F-84D7E901BA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3" y="917"/>
              <a:ext cx="106" cy="33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126">
              <a:extLst>
                <a:ext uri="{FF2B5EF4-FFF2-40B4-BE49-F238E27FC236}">
                  <a16:creationId xmlns:a16="http://schemas.microsoft.com/office/drawing/2014/main" id="{4C41B4FA-15B4-452F-A788-2D6685321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4" y="728"/>
              <a:ext cx="14" cy="14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127">
              <a:extLst>
                <a:ext uri="{FF2B5EF4-FFF2-40B4-BE49-F238E27FC236}">
                  <a16:creationId xmlns:a16="http://schemas.microsoft.com/office/drawing/2014/main" id="{D04A50AE-072C-415D-8461-7F5612FB2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8" y="686"/>
              <a:ext cx="51" cy="45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128">
              <a:extLst>
                <a:ext uri="{FF2B5EF4-FFF2-40B4-BE49-F238E27FC236}">
                  <a16:creationId xmlns:a16="http://schemas.microsoft.com/office/drawing/2014/main" id="{5EEC9DF5-B533-4180-98FF-254A3C78D1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3" y="714"/>
              <a:ext cx="20" cy="41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129">
              <a:extLst>
                <a:ext uri="{FF2B5EF4-FFF2-40B4-BE49-F238E27FC236}">
                  <a16:creationId xmlns:a16="http://schemas.microsoft.com/office/drawing/2014/main" id="{DA04BA5F-698E-46CC-913E-5E8DD9F396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0" y="704"/>
              <a:ext cx="16" cy="16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130">
              <a:extLst>
                <a:ext uri="{FF2B5EF4-FFF2-40B4-BE49-F238E27FC236}">
                  <a16:creationId xmlns:a16="http://schemas.microsoft.com/office/drawing/2014/main" id="{80BE24B0-E08A-4AA6-BDE9-C2241226E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710"/>
              <a:ext cx="12" cy="14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131">
              <a:extLst>
                <a:ext uri="{FF2B5EF4-FFF2-40B4-BE49-F238E27FC236}">
                  <a16:creationId xmlns:a16="http://schemas.microsoft.com/office/drawing/2014/main" id="{ECAC99C4-39FF-4648-A9F9-01ECB2E124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" y="688"/>
              <a:ext cx="19" cy="21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132">
              <a:extLst>
                <a:ext uri="{FF2B5EF4-FFF2-40B4-BE49-F238E27FC236}">
                  <a16:creationId xmlns:a16="http://schemas.microsoft.com/office/drawing/2014/main" id="{39964BFA-D840-485C-888F-6CDEE4904B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693"/>
              <a:ext cx="12" cy="13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133">
              <a:extLst>
                <a:ext uri="{FF2B5EF4-FFF2-40B4-BE49-F238E27FC236}">
                  <a16:creationId xmlns:a16="http://schemas.microsoft.com/office/drawing/2014/main" id="{14FA1933-CBD1-429D-82B6-60F1E50EA8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742"/>
              <a:ext cx="47" cy="83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34">
              <a:extLst>
                <a:ext uri="{FF2B5EF4-FFF2-40B4-BE49-F238E27FC236}">
                  <a16:creationId xmlns:a16="http://schemas.microsoft.com/office/drawing/2014/main" id="{D5838E98-8CB5-4553-8EB1-478882E469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9" y="789"/>
              <a:ext cx="13" cy="11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5" name="Freeform 135">
              <a:extLst>
                <a:ext uri="{FF2B5EF4-FFF2-40B4-BE49-F238E27FC236}">
                  <a16:creationId xmlns:a16="http://schemas.microsoft.com/office/drawing/2014/main" id="{CBE8FE95-7FFA-4B18-88C9-98FE77916C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7" y="776"/>
              <a:ext cx="14" cy="13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6" name="Freeform 136">
              <a:extLst>
                <a:ext uri="{FF2B5EF4-FFF2-40B4-BE49-F238E27FC236}">
                  <a16:creationId xmlns:a16="http://schemas.microsoft.com/office/drawing/2014/main" id="{A9BDD35F-FA4A-4A4D-92C3-6A84ED65E1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8" y="786"/>
              <a:ext cx="163" cy="141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7" name="Freeform 137">
              <a:extLst>
                <a:ext uri="{FF2B5EF4-FFF2-40B4-BE49-F238E27FC236}">
                  <a16:creationId xmlns:a16="http://schemas.microsoft.com/office/drawing/2014/main" id="{0BD62FB2-78DC-4393-9C5A-7511290C0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4" y="757"/>
              <a:ext cx="64" cy="43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8" name="Freeform 138">
              <a:extLst>
                <a:ext uri="{FF2B5EF4-FFF2-40B4-BE49-F238E27FC236}">
                  <a16:creationId xmlns:a16="http://schemas.microsoft.com/office/drawing/2014/main" id="{09DEDCF2-F22A-4F24-B86A-C2BEF888B5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69" name="Freeform 139">
              <a:extLst>
                <a:ext uri="{FF2B5EF4-FFF2-40B4-BE49-F238E27FC236}">
                  <a16:creationId xmlns:a16="http://schemas.microsoft.com/office/drawing/2014/main" id="{751F1118-48BC-44C5-8F32-16C12B1ABE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70" name="Freeform 140">
              <a:extLst>
                <a:ext uri="{FF2B5EF4-FFF2-40B4-BE49-F238E27FC236}">
                  <a16:creationId xmlns:a16="http://schemas.microsoft.com/office/drawing/2014/main" id="{BD566E23-DB86-4888-889E-797ED466E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  <p:sp>
          <p:nvSpPr>
            <p:cNvPr id="71" name="Freeform 141">
              <a:extLst>
                <a:ext uri="{FF2B5EF4-FFF2-40B4-BE49-F238E27FC236}">
                  <a16:creationId xmlns:a16="http://schemas.microsoft.com/office/drawing/2014/main" id="{6C885B4A-63AB-4318-B741-BF89342858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tx2"/>
                </a:solidFill>
              </a:endParaRPr>
            </a:p>
          </p:txBody>
        </p: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0628E98E-E729-4C19-BE71-5C02E7B9280B}"/>
              </a:ext>
            </a:extLst>
          </p:cNvPr>
          <p:cNvSpPr txBox="1"/>
          <p:nvPr userDrawn="1"/>
        </p:nvSpPr>
        <p:spPr>
          <a:xfrm>
            <a:off x="445418" y="1954926"/>
            <a:ext cx="246221" cy="2948147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dist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</a:rPr>
              <a:t>务求实学，存是去非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D70D4C4-A104-4DA7-B6E9-4F14A639E2E5}"/>
              </a:ext>
            </a:extLst>
          </p:cNvPr>
          <p:cNvSpPr txBox="1"/>
          <p:nvPr userDrawn="1"/>
        </p:nvSpPr>
        <p:spPr>
          <a:xfrm>
            <a:off x="11500361" y="1647567"/>
            <a:ext cx="246221" cy="3562866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dist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</a:rPr>
              <a:t>正其谊、不谋其利，明其道、不计其功</a:t>
            </a: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C63A4929-FAE9-40F0-9F8B-3B0FDAF5AA64}"/>
              </a:ext>
            </a:extLst>
          </p:cNvPr>
          <p:cNvGrpSpPr/>
          <p:nvPr userDrawn="1"/>
        </p:nvGrpSpPr>
        <p:grpSpPr>
          <a:xfrm>
            <a:off x="445418" y="5902169"/>
            <a:ext cx="637411" cy="612930"/>
            <a:chOff x="1717634" y="914982"/>
            <a:chExt cx="637411" cy="612930"/>
          </a:xfrm>
          <a:solidFill>
            <a:schemeClr val="tx2"/>
          </a:solidFill>
        </p:grpSpPr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46C93A4B-91EA-4A03-AB63-647789F1A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34" y="914982"/>
              <a:ext cx="315186" cy="288564"/>
            </a:xfrm>
            <a:custGeom>
              <a:avLst/>
              <a:gdLst>
                <a:gd name="T0" fmla="*/ 106 w 385"/>
                <a:gd name="T1" fmla="*/ 0 h 352"/>
                <a:gd name="T2" fmla="*/ 155 w 385"/>
                <a:gd name="T3" fmla="*/ 33 h 352"/>
                <a:gd name="T4" fmla="*/ 195 w 385"/>
                <a:gd name="T5" fmla="*/ 44 h 352"/>
                <a:gd name="T6" fmla="*/ 299 w 385"/>
                <a:gd name="T7" fmla="*/ 187 h 352"/>
                <a:gd name="T8" fmla="*/ 291 w 385"/>
                <a:gd name="T9" fmla="*/ 223 h 352"/>
                <a:gd name="T10" fmla="*/ 300 w 385"/>
                <a:gd name="T11" fmla="*/ 259 h 352"/>
                <a:gd name="T12" fmla="*/ 337 w 385"/>
                <a:gd name="T13" fmla="*/ 252 h 352"/>
                <a:gd name="T14" fmla="*/ 352 w 385"/>
                <a:gd name="T15" fmla="*/ 218 h 352"/>
                <a:gd name="T16" fmla="*/ 379 w 385"/>
                <a:gd name="T17" fmla="*/ 225 h 352"/>
                <a:gd name="T18" fmla="*/ 349 w 385"/>
                <a:gd name="T19" fmla="*/ 300 h 352"/>
                <a:gd name="T20" fmla="*/ 302 w 385"/>
                <a:gd name="T21" fmla="*/ 301 h 352"/>
                <a:gd name="T22" fmla="*/ 267 w 385"/>
                <a:gd name="T23" fmla="*/ 314 h 352"/>
                <a:gd name="T24" fmla="*/ 180 w 385"/>
                <a:gd name="T25" fmla="*/ 331 h 352"/>
                <a:gd name="T26" fmla="*/ 183 w 385"/>
                <a:gd name="T27" fmla="*/ 327 h 352"/>
                <a:gd name="T28" fmla="*/ 177 w 385"/>
                <a:gd name="T29" fmla="*/ 272 h 352"/>
                <a:gd name="T30" fmla="*/ 169 w 385"/>
                <a:gd name="T31" fmla="*/ 242 h 352"/>
                <a:gd name="T32" fmla="*/ 200 w 385"/>
                <a:gd name="T33" fmla="*/ 232 h 352"/>
                <a:gd name="T34" fmla="*/ 246 w 385"/>
                <a:gd name="T35" fmla="*/ 207 h 352"/>
                <a:gd name="T36" fmla="*/ 241 w 385"/>
                <a:gd name="T37" fmla="*/ 136 h 352"/>
                <a:gd name="T38" fmla="*/ 186 w 385"/>
                <a:gd name="T39" fmla="*/ 93 h 352"/>
                <a:gd name="T40" fmla="*/ 152 w 385"/>
                <a:gd name="T41" fmla="*/ 163 h 352"/>
                <a:gd name="T42" fmla="*/ 152 w 385"/>
                <a:gd name="T43" fmla="*/ 184 h 352"/>
                <a:gd name="T44" fmla="*/ 152 w 385"/>
                <a:gd name="T45" fmla="*/ 219 h 352"/>
                <a:gd name="T46" fmla="*/ 119 w 385"/>
                <a:gd name="T47" fmla="*/ 228 h 352"/>
                <a:gd name="T48" fmla="*/ 82 w 385"/>
                <a:gd name="T49" fmla="*/ 253 h 352"/>
                <a:gd name="T50" fmla="*/ 77 w 385"/>
                <a:gd name="T51" fmla="*/ 318 h 352"/>
                <a:gd name="T52" fmla="*/ 63 w 385"/>
                <a:gd name="T53" fmla="*/ 339 h 352"/>
                <a:gd name="T54" fmla="*/ 33 w 385"/>
                <a:gd name="T55" fmla="*/ 342 h 352"/>
                <a:gd name="T56" fmla="*/ 28 w 385"/>
                <a:gd name="T57" fmla="*/ 316 h 352"/>
                <a:gd name="T58" fmla="*/ 32 w 385"/>
                <a:gd name="T59" fmla="*/ 215 h 352"/>
                <a:gd name="T60" fmla="*/ 47 w 385"/>
                <a:gd name="T61" fmla="*/ 182 h 352"/>
                <a:gd name="T62" fmla="*/ 34 w 385"/>
                <a:gd name="T63" fmla="*/ 133 h 352"/>
                <a:gd name="T64" fmla="*/ 24 w 385"/>
                <a:gd name="T65" fmla="*/ 131 h 352"/>
                <a:gd name="T66" fmla="*/ 7 w 385"/>
                <a:gd name="T67" fmla="*/ 110 h 352"/>
                <a:gd name="T68" fmla="*/ 34 w 385"/>
                <a:gd name="T69" fmla="*/ 94 h 352"/>
                <a:gd name="T70" fmla="*/ 77 w 385"/>
                <a:gd name="T71" fmla="*/ 116 h 352"/>
                <a:gd name="T72" fmla="*/ 129 w 385"/>
                <a:gd name="T73" fmla="*/ 127 h 352"/>
                <a:gd name="T74" fmla="*/ 126 w 385"/>
                <a:gd name="T75" fmla="*/ 69 h 352"/>
                <a:gd name="T76" fmla="*/ 88 w 385"/>
                <a:gd name="T77" fmla="*/ 47 h 352"/>
                <a:gd name="T78" fmla="*/ 74 w 385"/>
                <a:gd name="T79" fmla="*/ 0 h 352"/>
                <a:gd name="T80" fmla="*/ 106 w 385"/>
                <a:gd name="T81" fmla="*/ 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85" h="352">
                  <a:moveTo>
                    <a:pt x="106" y="0"/>
                  </a:moveTo>
                  <a:cubicBezTo>
                    <a:pt x="122" y="11"/>
                    <a:pt x="138" y="24"/>
                    <a:pt x="155" y="33"/>
                  </a:cubicBezTo>
                  <a:cubicBezTo>
                    <a:pt x="167" y="39"/>
                    <a:pt x="181" y="42"/>
                    <a:pt x="195" y="44"/>
                  </a:cubicBezTo>
                  <a:cubicBezTo>
                    <a:pt x="275" y="55"/>
                    <a:pt x="312" y="107"/>
                    <a:pt x="299" y="187"/>
                  </a:cubicBezTo>
                  <a:cubicBezTo>
                    <a:pt x="297" y="199"/>
                    <a:pt x="291" y="211"/>
                    <a:pt x="291" y="223"/>
                  </a:cubicBezTo>
                  <a:cubicBezTo>
                    <a:pt x="292" y="235"/>
                    <a:pt x="294" y="249"/>
                    <a:pt x="300" y="259"/>
                  </a:cubicBezTo>
                  <a:cubicBezTo>
                    <a:pt x="313" y="276"/>
                    <a:pt x="329" y="272"/>
                    <a:pt x="337" y="252"/>
                  </a:cubicBezTo>
                  <a:cubicBezTo>
                    <a:pt x="341" y="240"/>
                    <a:pt x="344" y="228"/>
                    <a:pt x="352" y="218"/>
                  </a:cubicBezTo>
                  <a:cubicBezTo>
                    <a:pt x="363" y="205"/>
                    <a:pt x="374" y="208"/>
                    <a:pt x="379" y="225"/>
                  </a:cubicBezTo>
                  <a:cubicBezTo>
                    <a:pt x="385" y="248"/>
                    <a:pt x="371" y="291"/>
                    <a:pt x="349" y="300"/>
                  </a:cubicBezTo>
                  <a:cubicBezTo>
                    <a:pt x="335" y="306"/>
                    <a:pt x="317" y="303"/>
                    <a:pt x="302" y="301"/>
                  </a:cubicBezTo>
                  <a:cubicBezTo>
                    <a:pt x="287" y="300"/>
                    <a:pt x="276" y="300"/>
                    <a:pt x="267" y="314"/>
                  </a:cubicBezTo>
                  <a:cubicBezTo>
                    <a:pt x="248" y="345"/>
                    <a:pt x="214" y="352"/>
                    <a:pt x="180" y="331"/>
                  </a:cubicBezTo>
                  <a:cubicBezTo>
                    <a:pt x="181" y="330"/>
                    <a:pt x="182" y="328"/>
                    <a:pt x="183" y="327"/>
                  </a:cubicBezTo>
                  <a:cubicBezTo>
                    <a:pt x="210" y="304"/>
                    <a:pt x="209" y="289"/>
                    <a:pt x="177" y="272"/>
                  </a:cubicBezTo>
                  <a:cubicBezTo>
                    <a:pt x="163" y="264"/>
                    <a:pt x="161" y="255"/>
                    <a:pt x="169" y="242"/>
                  </a:cubicBezTo>
                  <a:cubicBezTo>
                    <a:pt x="177" y="229"/>
                    <a:pt x="184" y="221"/>
                    <a:pt x="200" y="232"/>
                  </a:cubicBezTo>
                  <a:cubicBezTo>
                    <a:pt x="229" y="251"/>
                    <a:pt x="245" y="242"/>
                    <a:pt x="246" y="207"/>
                  </a:cubicBezTo>
                  <a:cubicBezTo>
                    <a:pt x="247" y="183"/>
                    <a:pt x="246" y="159"/>
                    <a:pt x="241" y="136"/>
                  </a:cubicBezTo>
                  <a:cubicBezTo>
                    <a:pt x="235" y="108"/>
                    <a:pt x="212" y="91"/>
                    <a:pt x="186" y="93"/>
                  </a:cubicBezTo>
                  <a:cubicBezTo>
                    <a:pt x="190" y="123"/>
                    <a:pt x="173" y="144"/>
                    <a:pt x="152" y="163"/>
                  </a:cubicBezTo>
                  <a:cubicBezTo>
                    <a:pt x="145" y="170"/>
                    <a:pt x="143" y="177"/>
                    <a:pt x="152" y="184"/>
                  </a:cubicBezTo>
                  <a:cubicBezTo>
                    <a:pt x="164" y="195"/>
                    <a:pt x="159" y="208"/>
                    <a:pt x="152" y="219"/>
                  </a:cubicBezTo>
                  <a:cubicBezTo>
                    <a:pt x="144" y="229"/>
                    <a:pt x="134" y="235"/>
                    <a:pt x="119" y="228"/>
                  </a:cubicBezTo>
                  <a:cubicBezTo>
                    <a:pt x="92" y="216"/>
                    <a:pt x="84" y="222"/>
                    <a:pt x="82" y="253"/>
                  </a:cubicBezTo>
                  <a:cubicBezTo>
                    <a:pt x="80" y="275"/>
                    <a:pt x="80" y="297"/>
                    <a:pt x="77" y="318"/>
                  </a:cubicBezTo>
                  <a:cubicBezTo>
                    <a:pt x="76" y="326"/>
                    <a:pt x="70" y="336"/>
                    <a:pt x="63" y="339"/>
                  </a:cubicBezTo>
                  <a:cubicBezTo>
                    <a:pt x="54" y="343"/>
                    <a:pt x="42" y="345"/>
                    <a:pt x="33" y="342"/>
                  </a:cubicBezTo>
                  <a:cubicBezTo>
                    <a:pt x="28" y="340"/>
                    <a:pt x="25" y="323"/>
                    <a:pt x="28" y="316"/>
                  </a:cubicBezTo>
                  <a:cubicBezTo>
                    <a:pt x="40" y="282"/>
                    <a:pt x="42" y="250"/>
                    <a:pt x="32" y="215"/>
                  </a:cubicBezTo>
                  <a:cubicBezTo>
                    <a:pt x="29" y="206"/>
                    <a:pt x="39" y="191"/>
                    <a:pt x="47" y="182"/>
                  </a:cubicBezTo>
                  <a:cubicBezTo>
                    <a:pt x="69" y="156"/>
                    <a:pt x="67" y="145"/>
                    <a:pt x="34" y="133"/>
                  </a:cubicBezTo>
                  <a:cubicBezTo>
                    <a:pt x="31" y="132"/>
                    <a:pt x="27" y="132"/>
                    <a:pt x="24" y="131"/>
                  </a:cubicBezTo>
                  <a:cubicBezTo>
                    <a:pt x="15" y="126"/>
                    <a:pt x="0" y="124"/>
                    <a:pt x="7" y="110"/>
                  </a:cubicBezTo>
                  <a:cubicBezTo>
                    <a:pt x="12" y="102"/>
                    <a:pt x="26" y="92"/>
                    <a:pt x="34" y="94"/>
                  </a:cubicBezTo>
                  <a:cubicBezTo>
                    <a:pt x="49" y="97"/>
                    <a:pt x="66" y="105"/>
                    <a:pt x="77" y="116"/>
                  </a:cubicBezTo>
                  <a:cubicBezTo>
                    <a:pt x="96" y="136"/>
                    <a:pt x="114" y="141"/>
                    <a:pt x="129" y="127"/>
                  </a:cubicBezTo>
                  <a:cubicBezTo>
                    <a:pt x="146" y="111"/>
                    <a:pt x="145" y="85"/>
                    <a:pt x="126" y="69"/>
                  </a:cubicBezTo>
                  <a:cubicBezTo>
                    <a:pt x="115" y="60"/>
                    <a:pt x="102" y="52"/>
                    <a:pt x="88" y="47"/>
                  </a:cubicBezTo>
                  <a:cubicBezTo>
                    <a:pt x="59" y="34"/>
                    <a:pt x="56" y="27"/>
                    <a:pt x="74" y="0"/>
                  </a:cubicBezTo>
                  <a:cubicBezTo>
                    <a:pt x="85" y="0"/>
                    <a:pt x="95" y="0"/>
                    <a:pt x="10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64D57A47-46F8-4F03-907C-B08564230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2531" y="1236288"/>
              <a:ext cx="216958" cy="291624"/>
            </a:xfrm>
            <a:custGeom>
              <a:avLst/>
              <a:gdLst>
                <a:gd name="T0" fmla="*/ 20 w 265"/>
                <a:gd name="T1" fmla="*/ 356 h 356"/>
                <a:gd name="T2" fmla="*/ 2 w 265"/>
                <a:gd name="T3" fmla="*/ 340 h 356"/>
                <a:gd name="T4" fmla="*/ 45 w 265"/>
                <a:gd name="T5" fmla="*/ 263 h 356"/>
                <a:gd name="T6" fmla="*/ 73 w 265"/>
                <a:gd name="T7" fmla="*/ 232 h 356"/>
                <a:gd name="T8" fmla="*/ 117 w 265"/>
                <a:gd name="T9" fmla="*/ 227 h 356"/>
                <a:gd name="T10" fmla="*/ 114 w 265"/>
                <a:gd name="T11" fmla="*/ 180 h 356"/>
                <a:gd name="T12" fmla="*/ 68 w 265"/>
                <a:gd name="T13" fmla="*/ 186 h 356"/>
                <a:gd name="T14" fmla="*/ 0 w 265"/>
                <a:gd name="T15" fmla="*/ 134 h 356"/>
                <a:gd name="T16" fmla="*/ 1 w 265"/>
                <a:gd name="T17" fmla="*/ 52 h 356"/>
                <a:gd name="T18" fmla="*/ 11 w 265"/>
                <a:gd name="T19" fmla="*/ 29 h 356"/>
                <a:gd name="T20" fmla="*/ 32 w 265"/>
                <a:gd name="T21" fmla="*/ 35 h 356"/>
                <a:gd name="T22" fmla="*/ 39 w 265"/>
                <a:gd name="T23" fmla="*/ 114 h 356"/>
                <a:gd name="T24" fmla="*/ 67 w 265"/>
                <a:gd name="T25" fmla="*/ 150 h 356"/>
                <a:gd name="T26" fmla="*/ 116 w 265"/>
                <a:gd name="T27" fmla="*/ 138 h 356"/>
                <a:gd name="T28" fmla="*/ 106 w 265"/>
                <a:gd name="T29" fmla="*/ 108 h 356"/>
                <a:gd name="T30" fmla="*/ 64 w 265"/>
                <a:gd name="T31" fmla="*/ 58 h 356"/>
                <a:gd name="T32" fmla="*/ 120 w 265"/>
                <a:gd name="T33" fmla="*/ 4 h 356"/>
                <a:gd name="T34" fmla="*/ 187 w 265"/>
                <a:gd name="T35" fmla="*/ 80 h 356"/>
                <a:gd name="T36" fmla="*/ 167 w 265"/>
                <a:gd name="T37" fmla="*/ 102 h 356"/>
                <a:gd name="T38" fmla="*/ 153 w 265"/>
                <a:gd name="T39" fmla="*/ 129 h 356"/>
                <a:gd name="T40" fmla="*/ 179 w 265"/>
                <a:gd name="T41" fmla="*/ 148 h 356"/>
                <a:gd name="T42" fmla="*/ 227 w 265"/>
                <a:gd name="T43" fmla="*/ 105 h 356"/>
                <a:gd name="T44" fmla="*/ 232 w 265"/>
                <a:gd name="T45" fmla="*/ 54 h 356"/>
                <a:gd name="T46" fmla="*/ 231 w 265"/>
                <a:gd name="T47" fmla="*/ 40 h 356"/>
                <a:gd name="T48" fmla="*/ 245 w 265"/>
                <a:gd name="T49" fmla="*/ 26 h 356"/>
                <a:gd name="T50" fmla="*/ 260 w 265"/>
                <a:gd name="T51" fmla="*/ 38 h 356"/>
                <a:gd name="T52" fmla="*/ 263 w 265"/>
                <a:gd name="T53" fmla="*/ 128 h 356"/>
                <a:gd name="T54" fmla="*/ 200 w 265"/>
                <a:gd name="T55" fmla="*/ 176 h 356"/>
                <a:gd name="T56" fmla="*/ 188 w 265"/>
                <a:gd name="T57" fmla="*/ 176 h 356"/>
                <a:gd name="T58" fmla="*/ 156 w 265"/>
                <a:gd name="T59" fmla="*/ 209 h 356"/>
                <a:gd name="T60" fmla="*/ 179 w 265"/>
                <a:gd name="T61" fmla="*/ 231 h 356"/>
                <a:gd name="T62" fmla="*/ 191 w 265"/>
                <a:gd name="T63" fmla="*/ 228 h 356"/>
                <a:gd name="T64" fmla="*/ 225 w 265"/>
                <a:gd name="T65" fmla="*/ 262 h 356"/>
                <a:gd name="T66" fmla="*/ 226 w 265"/>
                <a:gd name="T67" fmla="*/ 298 h 356"/>
                <a:gd name="T68" fmla="*/ 227 w 265"/>
                <a:gd name="T69" fmla="*/ 325 h 356"/>
                <a:gd name="T70" fmla="*/ 208 w 265"/>
                <a:gd name="T71" fmla="*/ 347 h 356"/>
                <a:gd name="T72" fmla="*/ 192 w 265"/>
                <a:gd name="T73" fmla="*/ 330 h 356"/>
                <a:gd name="T74" fmla="*/ 187 w 265"/>
                <a:gd name="T75" fmla="*/ 279 h 356"/>
                <a:gd name="T76" fmla="*/ 175 w 265"/>
                <a:gd name="T77" fmla="*/ 261 h 356"/>
                <a:gd name="T78" fmla="*/ 164 w 265"/>
                <a:gd name="T79" fmla="*/ 279 h 356"/>
                <a:gd name="T80" fmla="*/ 160 w 265"/>
                <a:gd name="T81" fmla="*/ 334 h 356"/>
                <a:gd name="T82" fmla="*/ 137 w 265"/>
                <a:gd name="T83" fmla="*/ 347 h 356"/>
                <a:gd name="T84" fmla="*/ 116 w 265"/>
                <a:gd name="T85" fmla="*/ 334 h 356"/>
                <a:gd name="T86" fmla="*/ 112 w 265"/>
                <a:gd name="T87" fmla="*/ 278 h 356"/>
                <a:gd name="T88" fmla="*/ 98 w 265"/>
                <a:gd name="T89" fmla="*/ 264 h 356"/>
                <a:gd name="T90" fmla="*/ 88 w 265"/>
                <a:gd name="T91" fmla="*/ 278 h 356"/>
                <a:gd name="T92" fmla="*/ 36 w 265"/>
                <a:gd name="T93" fmla="*/ 356 h 356"/>
                <a:gd name="T94" fmla="*/ 20 w 265"/>
                <a:gd name="T95" fmla="*/ 356 h 356"/>
                <a:gd name="T96" fmla="*/ 152 w 265"/>
                <a:gd name="T97" fmla="*/ 62 h 356"/>
                <a:gd name="T98" fmla="*/ 131 w 265"/>
                <a:gd name="T99" fmla="*/ 32 h 356"/>
                <a:gd name="T100" fmla="*/ 102 w 265"/>
                <a:gd name="T101" fmla="*/ 53 h 356"/>
                <a:gd name="T102" fmla="*/ 129 w 265"/>
                <a:gd name="T103" fmla="*/ 79 h 356"/>
                <a:gd name="T104" fmla="*/ 152 w 265"/>
                <a:gd name="T105" fmla="*/ 62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65" h="356">
                  <a:moveTo>
                    <a:pt x="20" y="356"/>
                  </a:moveTo>
                  <a:cubicBezTo>
                    <a:pt x="15" y="352"/>
                    <a:pt x="10" y="347"/>
                    <a:pt x="2" y="340"/>
                  </a:cubicBezTo>
                  <a:cubicBezTo>
                    <a:pt x="43" y="327"/>
                    <a:pt x="46" y="296"/>
                    <a:pt x="45" y="263"/>
                  </a:cubicBezTo>
                  <a:cubicBezTo>
                    <a:pt x="43" y="234"/>
                    <a:pt x="44" y="234"/>
                    <a:pt x="73" y="232"/>
                  </a:cubicBezTo>
                  <a:cubicBezTo>
                    <a:pt x="87" y="231"/>
                    <a:pt x="100" y="229"/>
                    <a:pt x="117" y="227"/>
                  </a:cubicBezTo>
                  <a:cubicBezTo>
                    <a:pt x="116" y="212"/>
                    <a:pt x="115" y="196"/>
                    <a:pt x="114" y="180"/>
                  </a:cubicBezTo>
                  <a:cubicBezTo>
                    <a:pt x="96" y="182"/>
                    <a:pt x="82" y="184"/>
                    <a:pt x="68" y="186"/>
                  </a:cubicBezTo>
                  <a:cubicBezTo>
                    <a:pt x="37" y="191"/>
                    <a:pt x="1" y="177"/>
                    <a:pt x="0" y="134"/>
                  </a:cubicBezTo>
                  <a:cubicBezTo>
                    <a:pt x="0" y="106"/>
                    <a:pt x="0" y="79"/>
                    <a:pt x="1" y="52"/>
                  </a:cubicBezTo>
                  <a:cubicBezTo>
                    <a:pt x="1" y="44"/>
                    <a:pt x="5" y="35"/>
                    <a:pt x="11" y="29"/>
                  </a:cubicBezTo>
                  <a:cubicBezTo>
                    <a:pt x="18" y="20"/>
                    <a:pt x="30" y="23"/>
                    <a:pt x="32" y="35"/>
                  </a:cubicBezTo>
                  <a:cubicBezTo>
                    <a:pt x="35" y="61"/>
                    <a:pt x="38" y="88"/>
                    <a:pt x="39" y="114"/>
                  </a:cubicBezTo>
                  <a:cubicBezTo>
                    <a:pt x="40" y="134"/>
                    <a:pt x="49" y="145"/>
                    <a:pt x="67" y="150"/>
                  </a:cubicBezTo>
                  <a:cubicBezTo>
                    <a:pt x="86" y="156"/>
                    <a:pt x="103" y="153"/>
                    <a:pt x="116" y="138"/>
                  </a:cubicBezTo>
                  <a:cubicBezTo>
                    <a:pt x="125" y="127"/>
                    <a:pt x="120" y="112"/>
                    <a:pt x="106" y="108"/>
                  </a:cubicBezTo>
                  <a:cubicBezTo>
                    <a:pt x="71" y="97"/>
                    <a:pt x="62" y="86"/>
                    <a:pt x="64" y="58"/>
                  </a:cubicBezTo>
                  <a:cubicBezTo>
                    <a:pt x="67" y="30"/>
                    <a:pt x="91" y="7"/>
                    <a:pt x="120" y="4"/>
                  </a:cubicBezTo>
                  <a:cubicBezTo>
                    <a:pt x="173" y="0"/>
                    <a:pt x="205" y="34"/>
                    <a:pt x="187" y="80"/>
                  </a:cubicBezTo>
                  <a:cubicBezTo>
                    <a:pt x="184" y="89"/>
                    <a:pt x="175" y="99"/>
                    <a:pt x="167" y="102"/>
                  </a:cubicBezTo>
                  <a:cubicBezTo>
                    <a:pt x="152" y="107"/>
                    <a:pt x="147" y="118"/>
                    <a:pt x="153" y="129"/>
                  </a:cubicBezTo>
                  <a:cubicBezTo>
                    <a:pt x="157" y="138"/>
                    <a:pt x="169" y="146"/>
                    <a:pt x="179" y="148"/>
                  </a:cubicBezTo>
                  <a:cubicBezTo>
                    <a:pt x="198" y="151"/>
                    <a:pt x="221" y="130"/>
                    <a:pt x="227" y="105"/>
                  </a:cubicBezTo>
                  <a:cubicBezTo>
                    <a:pt x="231" y="89"/>
                    <a:pt x="231" y="71"/>
                    <a:pt x="232" y="54"/>
                  </a:cubicBezTo>
                  <a:cubicBezTo>
                    <a:pt x="232" y="49"/>
                    <a:pt x="230" y="44"/>
                    <a:pt x="231" y="40"/>
                  </a:cubicBezTo>
                  <a:cubicBezTo>
                    <a:pt x="235" y="34"/>
                    <a:pt x="240" y="26"/>
                    <a:pt x="245" y="26"/>
                  </a:cubicBezTo>
                  <a:cubicBezTo>
                    <a:pt x="250" y="25"/>
                    <a:pt x="260" y="33"/>
                    <a:pt x="260" y="38"/>
                  </a:cubicBezTo>
                  <a:cubicBezTo>
                    <a:pt x="263" y="68"/>
                    <a:pt x="265" y="98"/>
                    <a:pt x="263" y="128"/>
                  </a:cubicBezTo>
                  <a:cubicBezTo>
                    <a:pt x="261" y="155"/>
                    <a:pt x="234" y="173"/>
                    <a:pt x="200" y="176"/>
                  </a:cubicBezTo>
                  <a:cubicBezTo>
                    <a:pt x="196" y="176"/>
                    <a:pt x="192" y="176"/>
                    <a:pt x="188" y="176"/>
                  </a:cubicBezTo>
                  <a:cubicBezTo>
                    <a:pt x="155" y="176"/>
                    <a:pt x="156" y="176"/>
                    <a:pt x="156" y="209"/>
                  </a:cubicBezTo>
                  <a:cubicBezTo>
                    <a:pt x="156" y="227"/>
                    <a:pt x="166" y="230"/>
                    <a:pt x="179" y="231"/>
                  </a:cubicBezTo>
                  <a:cubicBezTo>
                    <a:pt x="183" y="231"/>
                    <a:pt x="187" y="229"/>
                    <a:pt x="191" y="228"/>
                  </a:cubicBezTo>
                  <a:cubicBezTo>
                    <a:pt x="224" y="226"/>
                    <a:pt x="227" y="229"/>
                    <a:pt x="225" y="262"/>
                  </a:cubicBezTo>
                  <a:cubicBezTo>
                    <a:pt x="224" y="274"/>
                    <a:pt x="225" y="286"/>
                    <a:pt x="226" y="298"/>
                  </a:cubicBezTo>
                  <a:cubicBezTo>
                    <a:pt x="226" y="307"/>
                    <a:pt x="230" y="317"/>
                    <a:pt x="227" y="325"/>
                  </a:cubicBezTo>
                  <a:cubicBezTo>
                    <a:pt x="223" y="334"/>
                    <a:pt x="214" y="340"/>
                    <a:pt x="208" y="347"/>
                  </a:cubicBezTo>
                  <a:cubicBezTo>
                    <a:pt x="202" y="342"/>
                    <a:pt x="193" y="337"/>
                    <a:pt x="192" y="330"/>
                  </a:cubicBezTo>
                  <a:cubicBezTo>
                    <a:pt x="189" y="314"/>
                    <a:pt x="190" y="296"/>
                    <a:pt x="187" y="279"/>
                  </a:cubicBezTo>
                  <a:cubicBezTo>
                    <a:pt x="186" y="272"/>
                    <a:pt x="180" y="262"/>
                    <a:pt x="175" y="261"/>
                  </a:cubicBezTo>
                  <a:cubicBezTo>
                    <a:pt x="162" y="258"/>
                    <a:pt x="164" y="270"/>
                    <a:pt x="164" y="279"/>
                  </a:cubicBezTo>
                  <a:cubicBezTo>
                    <a:pt x="162" y="297"/>
                    <a:pt x="160" y="316"/>
                    <a:pt x="160" y="334"/>
                  </a:cubicBezTo>
                  <a:cubicBezTo>
                    <a:pt x="159" y="352"/>
                    <a:pt x="146" y="347"/>
                    <a:pt x="137" y="347"/>
                  </a:cubicBezTo>
                  <a:cubicBezTo>
                    <a:pt x="127" y="348"/>
                    <a:pt x="116" y="350"/>
                    <a:pt x="116" y="334"/>
                  </a:cubicBezTo>
                  <a:cubicBezTo>
                    <a:pt x="116" y="315"/>
                    <a:pt x="115" y="296"/>
                    <a:pt x="112" y="278"/>
                  </a:cubicBezTo>
                  <a:cubicBezTo>
                    <a:pt x="111" y="273"/>
                    <a:pt x="103" y="269"/>
                    <a:pt x="98" y="264"/>
                  </a:cubicBezTo>
                  <a:cubicBezTo>
                    <a:pt x="95" y="269"/>
                    <a:pt x="88" y="273"/>
                    <a:pt x="88" y="278"/>
                  </a:cubicBezTo>
                  <a:cubicBezTo>
                    <a:pt x="84" y="313"/>
                    <a:pt x="71" y="342"/>
                    <a:pt x="36" y="356"/>
                  </a:cubicBezTo>
                  <a:cubicBezTo>
                    <a:pt x="31" y="356"/>
                    <a:pt x="25" y="356"/>
                    <a:pt x="20" y="356"/>
                  </a:cubicBezTo>
                  <a:close/>
                  <a:moveTo>
                    <a:pt x="152" y="62"/>
                  </a:moveTo>
                  <a:cubicBezTo>
                    <a:pt x="148" y="45"/>
                    <a:pt x="150" y="32"/>
                    <a:pt x="131" y="32"/>
                  </a:cubicBezTo>
                  <a:cubicBezTo>
                    <a:pt x="117" y="32"/>
                    <a:pt x="105" y="39"/>
                    <a:pt x="102" y="53"/>
                  </a:cubicBezTo>
                  <a:cubicBezTo>
                    <a:pt x="99" y="64"/>
                    <a:pt x="116" y="82"/>
                    <a:pt x="129" y="79"/>
                  </a:cubicBezTo>
                  <a:cubicBezTo>
                    <a:pt x="137" y="77"/>
                    <a:pt x="144" y="68"/>
                    <a:pt x="152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8">
              <a:extLst>
                <a:ext uri="{FF2B5EF4-FFF2-40B4-BE49-F238E27FC236}">
                  <a16:creationId xmlns:a16="http://schemas.microsoft.com/office/drawing/2014/main" id="{BF2220B9-4F58-49AD-B3DC-09DB842FA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383" y="1243632"/>
              <a:ext cx="287340" cy="271121"/>
            </a:xfrm>
            <a:custGeom>
              <a:avLst/>
              <a:gdLst>
                <a:gd name="T0" fmla="*/ 52 w 351"/>
                <a:gd name="T1" fmla="*/ 170 h 331"/>
                <a:gd name="T2" fmla="*/ 56 w 351"/>
                <a:gd name="T3" fmla="*/ 115 h 331"/>
                <a:gd name="T4" fmla="*/ 51 w 351"/>
                <a:gd name="T5" fmla="*/ 13 h 331"/>
                <a:gd name="T6" fmla="*/ 66 w 351"/>
                <a:gd name="T7" fmla="*/ 1 h 331"/>
                <a:gd name="T8" fmla="*/ 83 w 351"/>
                <a:gd name="T9" fmla="*/ 19 h 331"/>
                <a:gd name="T10" fmla="*/ 84 w 351"/>
                <a:gd name="T11" fmla="*/ 79 h 331"/>
                <a:gd name="T12" fmla="*/ 127 w 351"/>
                <a:gd name="T13" fmla="*/ 112 h 331"/>
                <a:gd name="T14" fmla="*/ 144 w 351"/>
                <a:gd name="T15" fmla="*/ 81 h 331"/>
                <a:gd name="T16" fmla="*/ 135 w 351"/>
                <a:gd name="T17" fmla="*/ 61 h 331"/>
                <a:gd name="T18" fmla="*/ 142 w 351"/>
                <a:gd name="T19" fmla="*/ 29 h 331"/>
                <a:gd name="T20" fmla="*/ 175 w 351"/>
                <a:gd name="T21" fmla="*/ 28 h 331"/>
                <a:gd name="T22" fmla="*/ 188 w 351"/>
                <a:gd name="T23" fmla="*/ 55 h 331"/>
                <a:gd name="T24" fmla="*/ 182 w 351"/>
                <a:gd name="T25" fmla="*/ 80 h 331"/>
                <a:gd name="T26" fmla="*/ 193 w 351"/>
                <a:gd name="T27" fmla="*/ 111 h 331"/>
                <a:gd name="T28" fmla="*/ 233 w 351"/>
                <a:gd name="T29" fmla="*/ 93 h 331"/>
                <a:gd name="T30" fmla="*/ 232 w 351"/>
                <a:gd name="T31" fmla="*/ 27 h 331"/>
                <a:gd name="T32" fmla="*/ 234 w 351"/>
                <a:gd name="T33" fmla="*/ 7 h 331"/>
                <a:gd name="T34" fmla="*/ 255 w 351"/>
                <a:gd name="T35" fmla="*/ 4 h 331"/>
                <a:gd name="T36" fmla="*/ 313 w 351"/>
                <a:gd name="T37" fmla="*/ 16 h 331"/>
                <a:gd name="T38" fmla="*/ 331 w 351"/>
                <a:gd name="T39" fmla="*/ 34 h 331"/>
                <a:gd name="T40" fmla="*/ 309 w 351"/>
                <a:gd name="T41" fmla="*/ 45 h 331"/>
                <a:gd name="T42" fmla="*/ 279 w 351"/>
                <a:gd name="T43" fmla="*/ 70 h 331"/>
                <a:gd name="T44" fmla="*/ 275 w 351"/>
                <a:gd name="T45" fmla="*/ 139 h 331"/>
                <a:gd name="T46" fmla="*/ 236 w 351"/>
                <a:gd name="T47" fmla="*/ 175 h 331"/>
                <a:gd name="T48" fmla="*/ 211 w 351"/>
                <a:gd name="T49" fmla="*/ 173 h 331"/>
                <a:gd name="T50" fmla="*/ 190 w 351"/>
                <a:gd name="T51" fmla="*/ 180 h 331"/>
                <a:gd name="T52" fmla="*/ 197 w 351"/>
                <a:gd name="T53" fmla="*/ 208 h 331"/>
                <a:gd name="T54" fmla="*/ 287 w 351"/>
                <a:gd name="T55" fmla="*/ 212 h 331"/>
                <a:gd name="T56" fmla="*/ 300 w 351"/>
                <a:gd name="T57" fmla="*/ 192 h 331"/>
                <a:gd name="T58" fmla="*/ 305 w 351"/>
                <a:gd name="T59" fmla="*/ 165 h 331"/>
                <a:gd name="T60" fmla="*/ 321 w 351"/>
                <a:gd name="T61" fmla="*/ 150 h 331"/>
                <a:gd name="T62" fmla="*/ 339 w 351"/>
                <a:gd name="T63" fmla="*/ 166 h 331"/>
                <a:gd name="T64" fmla="*/ 331 w 351"/>
                <a:gd name="T65" fmla="*/ 231 h 331"/>
                <a:gd name="T66" fmla="*/ 285 w 351"/>
                <a:gd name="T67" fmla="*/ 258 h 331"/>
                <a:gd name="T68" fmla="*/ 154 w 351"/>
                <a:gd name="T69" fmla="*/ 250 h 331"/>
                <a:gd name="T70" fmla="*/ 137 w 351"/>
                <a:gd name="T71" fmla="*/ 251 h 331"/>
                <a:gd name="T72" fmla="*/ 125 w 351"/>
                <a:gd name="T73" fmla="*/ 270 h 331"/>
                <a:gd name="T74" fmla="*/ 140 w 351"/>
                <a:gd name="T75" fmla="*/ 286 h 331"/>
                <a:gd name="T76" fmla="*/ 315 w 351"/>
                <a:gd name="T77" fmla="*/ 289 h 331"/>
                <a:gd name="T78" fmla="*/ 333 w 351"/>
                <a:gd name="T79" fmla="*/ 288 h 331"/>
                <a:gd name="T80" fmla="*/ 350 w 351"/>
                <a:gd name="T81" fmla="*/ 304 h 331"/>
                <a:gd name="T82" fmla="*/ 343 w 351"/>
                <a:gd name="T83" fmla="*/ 324 h 331"/>
                <a:gd name="T84" fmla="*/ 317 w 351"/>
                <a:gd name="T85" fmla="*/ 330 h 331"/>
                <a:gd name="T86" fmla="*/ 45 w 351"/>
                <a:gd name="T87" fmla="*/ 331 h 331"/>
                <a:gd name="T88" fmla="*/ 3 w 351"/>
                <a:gd name="T89" fmla="*/ 295 h 331"/>
                <a:gd name="T90" fmla="*/ 6 w 351"/>
                <a:gd name="T91" fmla="*/ 221 h 331"/>
                <a:gd name="T92" fmla="*/ 29 w 351"/>
                <a:gd name="T93" fmla="*/ 204 h 331"/>
                <a:gd name="T94" fmla="*/ 39 w 351"/>
                <a:gd name="T95" fmla="*/ 225 h 331"/>
                <a:gd name="T96" fmla="*/ 47 w 351"/>
                <a:gd name="T97" fmla="*/ 268 h 331"/>
                <a:gd name="T98" fmla="*/ 65 w 351"/>
                <a:gd name="T99" fmla="*/ 283 h 331"/>
                <a:gd name="T100" fmla="*/ 70 w 351"/>
                <a:gd name="T101" fmla="*/ 263 h 331"/>
                <a:gd name="T102" fmla="*/ 68 w 351"/>
                <a:gd name="T103" fmla="*/ 243 h 331"/>
                <a:gd name="T104" fmla="*/ 104 w 351"/>
                <a:gd name="T105" fmla="*/ 210 h 331"/>
                <a:gd name="T106" fmla="*/ 123 w 351"/>
                <a:gd name="T107" fmla="*/ 208 h 331"/>
                <a:gd name="T108" fmla="*/ 135 w 351"/>
                <a:gd name="T109" fmla="*/ 187 h 331"/>
                <a:gd name="T110" fmla="*/ 118 w 351"/>
                <a:gd name="T111" fmla="*/ 172 h 331"/>
                <a:gd name="T112" fmla="*/ 79 w 351"/>
                <a:gd name="T113" fmla="*/ 176 h 331"/>
                <a:gd name="T114" fmla="*/ 57 w 351"/>
                <a:gd name="T115" fmla="*/ 175 h 331"/>
                <a:gd name="T116" fmla="*/ 52 w 351"/>
                <a:gd name="T117" fmla="*/ 17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51" h="331">
                  <a:moveTo>
                    <a:pt x="52" y="170"/>
                  </a:moveTo>
                  <a:cubicBezTo>
                    <a:pt x="80" y="151"/>
                    <a:pt x="66" y="134"/>
                    <a:pt x="56" y="115"/>
                  </a:cubicBezTo>
                  <a:cubicBezTo>
                    <a:pt x="38" y="83"/>
                    <a:pt x="42" y="47"/>
                    <a:pt x="51" y="13"/>
                  </a:cubicBezTo>
                  <a:cubicBezTo>
                    <a:pt x="52" y="8"/>
                    <a:pt x="63" y="0"/>
                    <a:pt x="66" y="1"/>
                  </a:cubicBezTo>
                  <a:cubicBezTo>
                    <a:pt x="73" y="5"/>
                    <a:pt x="82" y="12"/>
                    <a:pt x="83" y="19"/>
                  </a:cubicBezTo>
                  <a:cubicBezTo>
                    <a:pt x="85" y="39"/>
                    <a:pt x="83" y="59"/>
                    <a:pt x="84" y="79"/>
                  </a:cubicBezTo>
                  <a:cubicBezTo>
                    <a:pt x="85" y="105"/>
                    <a:pt x="103" y="118"/>
                    <a:pt x="127" y="112"/>
                  </a:cubicBezTo>
                  <a:cubicBezTo>
                    <a:pt x="144" y="107"/>
                    <a:pt x="150" y="97"/>
                    <a:pt x="144" y="81"/>
                  </a:cubicBezTo>
                  <a:cubicBezTo>
                    <a:pt x="141" y="74"/>
                    <a:pt x="135" y="68"/>
                    <a:pt x="135" y="61"/>
                  </a:cubicBezTo>
                  <a:cubicBezTo>
                    <a:pt x="135" y="50"/>
                    <a:pt x="136" y="35"/>
                    <a:pt x="142" y="29"/>
                  </a:cubicBezTo>
                  <a:cubicBezTo>
                    <a:pt x="149" y="24"/>
                    <a:pt x="166" y="23"/>
                    <a:pt x="175" y="28"/>
                  </a:cubicBezTo>
                  <a:cubicBezTo>
                    <a:pt x="182" y="31"/>
                    <a:pt x="186" y="45"/>
                    <a:pt x="188" y="55"/>
                  </a:cubicBezTo>
                  <a:cubicBezTo>
                    <a:pt x="189" y="63"/>
                    <a:pt x="184" y="72"/>
                    <a:pt x="182" y="80"/>
                  </a:cubicBezTo>
                  <a:cubicBezTo>
                    <a:pt x="178" y="93"/>
                    <a:pt x="176" y="106"/>
                    <a:pt x="193" y="111"/>
                  </a:cubicBezTo>
                  <a:cubicBezTo>
                    <a:pt x="212" y="116"/>
                    <a:pt x="231" y="109"/>
                    <a:pt x="233" y="93"/>
                  </a:cubicBezTo>
                  <a:cubicBezTo>
                    <a:pt x="235" y="71"/>
                    <a:pt x="232" y="49"/>
                    <a:pt x="232" y="27"/>
                  </a:cubicBezTo>
                  <a:cubicBezTo>
                    <a:pt x="232" y="20"/>
                    <a:pt x="230" y="10"/>
                    <a:pt x="234" y="7"/>
                  </a:cubicBezTo>
                  <a:cubicBezTo>
                    <a:pt x="239" y="3"/>
                    <a:pt x="248" y="3"/>
                    <a:pt x="255" y="4"/>
                  </a:cubicBezTo>
                  <a:cubicBezTo>
                    <a:pt x="275" y="7"/>
                    <a:pt x="294" y="10"/>
                    <a:pt x="313" y="16"/>
                  </a:cubicBezTo>
                  <a:cubicBezTo>
                    <a:pt x="320" y="18"/>
                    <a:pt x="331" y="27"/>
                    <a:pt x="331" y="34"/>
                  </a:cubicBezTo>
                  <a:cubicBezTo>
                    <a:pt x="332" y="47"/>
                    <a:pt x="321" y="47"/>
                    <a:pt x="309" y="45"/>
                  </a:cubicBezTo>
                  <a:cubicBezTo>
                    <a:pt x="285" y="40"/>
                    <a:pt x="280" y="45"/>
                    <a:pt x="279" y="70"/>
                  </a:cubicBezTo>
                  <a:cubicBezTo>
                    <a:pt x="279" y="93"/>
                    <a:pt x="278" y="116"/>
                    <a:pt x="275" y="139"/>
                  </a:cubicBezTo>
                  <a:cubicBezTo>
                    <a:pt x="273" y="168"/>
                    <a:pt x="264" y="175"/>
                    <a:pt x="236" y="175"/>
                  </a:cubicBezTo>
                  <a:cubicBezTo>
                    <a:pt x="228" y="174"/>
                    <a:pt x="219" y="172"/>
                    <a:pt x="211" y="173"/>
                  </a:cubicBezTo>
                  <a:cubicBezTo>
                    <a:pt x="203" y="173"/>
                    <a:pt x="190" y="177"/>
                    <a:pt x="190" y="180"/>
                  </a:cubicBezTo>
                  <a:cubicBezTo>
                    <a:pt x="189" y="190"/>
                    <a:pt x="191" y="204"/>
                    <a:pt x="197" y="208"/>
                  </a:cubicBezTo>
                  <a:cubicBezTo>
                    <a:pt x="225" y="226"/>
                    <a:pt x="257" y="223"/>
                    <a:pt x="287" y="212"/>
                  </a:cubicBezTo>
                  <a:cubicBezTo>
                    <a:pt x="293" y="210"/>
                    <a:pt x="297" y="199"/>
                    <a:pt x="300" y="192"/>
                  </a:cubicBezTo>
                  <a:cubicBezTo>
                    <a:pt x="303" y="183"/>
                    <a:pt x="301" y="173"/>
                    <a:pt x="305" y="165"/>
                  </a:cubicBezTo>
                  <a:cubicBezTo>
                    <a:pt x="307" y="158"/>
                    <a:pt x="317" y="149"/>
                    <a:pt x="321" y="150"/>
                  </a:cubicBezTo>
                  <a:cubicBezTo>
                    <a:pt x="328" y="152"/>
                    <a:pt x="339" y="161"/>
                    <a:pt x="339" y="166"/>
                  </a:cubicBezTo>
                  <a:cubicBezTo>
                    <a:pt x="338" y="188"/>
                    <a:pt x="336" y="210"/>
                    <a:pt x="331" y="231"/>
                  </a:cubicBezTo>
                  <a:cubicBezTo>
                    <a:pt x="325" y="253"/>
                    <a:pt x="305" y="259"/>
                    <a:pt x="285" y="258"/>
                  </a:cubicBezTo>
                  <a:cubicBezTo>
                    <a:pt x="242" y="257"/>
                    <a:pt x="198" y="253"/>
                    <a:pt x="154" y="250"/>
                  </a:cubicBezTo>
                  <a:cubicBezTo>
                    <a:pt x="149" y="249"/>
                    <a:pt x="141" y="248"/>
                    <a:pt x="137" y="251"/>
                  </a:cubicBezTo>
                  <a:cubicBezTo>
                    <a:pt x="131" y="256"/>
                    <a:pt x="124" y="264"/>
                    <a:pt x="125" y="270"/>
                  </a:cubicBezTo>
                  <a:cubicBezTo>
                    <a:pt x="125" y="276"/>
                    <a:pt x="134" y="286"/>
                    <a:pt x="140" y="286"/>
                  </a:cubicBezTo>
                  <a:cubicBezTo>
                    <a:pt x="198" y="288"/>
                    <a:pt x="257" y="288"/>
                    <a:pt x="315" y="289"/>
                  </a:cubicBezTo>
                  <a:cubicBezTo>
                    <a:pt x="321" y="289"/>
                    <a:pt x="328" y="286"/>
                    <a:pt x="333" y="288"/>
                  </a:cubicBezTo>
                  <a:cubicBezTo>
                    <a:pt x="340" y="291"/>
                    <a:pt x="348" y="297"/>
                    <a:pt x="350" y="304"/>
                  </a:cubicBezTo>
                  <a:cubicBezTo>
                    <a:pt x="351" y="309"/>
                    <a:pt x="348" y="320"/>
                    <a:pt x="343" y="324"/>
                  </a:cubicBezTo>
                  <a:cubicBezTo>
                    <a:pt x="336" y="329"/>
                    <a:pt x="326" y="330"/>
                    <a:pt x="317" y="330"/>
                  </a:cubicBezTo>
                  <a:cubicBezTo>
                    <a:pt x="227" y="331"/>
                    <a:pt x="136" y="331"/>
                    <a:pt x="45" y="331"/>
                  </a:cubicBezTo>
                  <a:cubicBezTo>
                    <a:pt x="16" y="331"/>
                    <a:pt x="7" y="325"/>
                    <a:pt x="3" y="295"/>
                  </a:cubicBezTo>
                  <a:cubicBezTo>
                    <a:pt x="0" y="271"/>
                    <a:pt x="3" y="245"/>
                    <a:pt x="6" y="221"/>
                  </a:cubicBezTo>
                  <a:cubicBezTo>
                    <a:pt x="7" y="214"/>
                    <a:pt x="21" y="209"/>
                    <a:pt x="29" y="204"/>
                  </a:cubicBezTo>
                  <a:cubicBezTo>
                    <a:pt x="33" y="211"/>
                    <a:pt x="38" y="218"/>
                    <a:pt x="39" y="225"/>
                  </a:cubicBezTo>
                  <a:cubicBezTo>
                    <a:pt x="43" y="240"/>
                    <a:pt x="42" y="255"/>
                    <a:pt x="47" y="268"/>
                  </a:cubicBezTo>
                  <a:cubicBezTo>
                    <a:pt x="49" y="274"/>
                    <a:pt x="59" y="278"/>
                    <a:pt x="65" y="283"/>
                  </a:cubicBezTo>
                  <a:cubicBezTo>
                    <a:pt x="67" y="276"/>
                    <a:pt x="70" y="270"/>
                    <a:pt x="70" y="263"/>
                  </a:cubicBezTo>
                  <a:cubicBezTo>
                    <a:pt x="71" y="257"/>
                    <a:pt x="68" y="250"/>
                    <a:pt x="68" y="243"/>
                  </a:cubicBezTo>
                  <a:cubicBezTo>
                    <a:pt x="67" y="210"/>
                    <a:pt x="71" y="207"/>
                    <a:pt x="104" y="210"/>
                  </a:cubicBezTo>
                  <a:cubicBezTo>
                    <a:pt x="110" y="211"/>
                    <a:pt x="118" y="211"/>
                    <a:pt x="123" y="208"/>
                  </a:cubicBezTo>
                  <a:cubicBezTo>
                    <a:pt x="129" y="203"/>
                    <a:pt x="136" y="194"/>
                    <a:pt x="135" y="187"/>
                  </a:cubicBezTo>
                  <a:cubicBezTo>
                    <a:pt x="134" y="181"/>
                    <a:pt x="125" y="172"/>
                    <a:pt x="118" y="172"/>
                  </a:cubicBezTo>
                  <a:cubicBezTo>
                    <a:pt x="105" y="170"/>
                    <a:pt x="92" y="175"/>
                    <a:pt x="79" y="176"/>
                  </a:cubicBezTo>
                  <a:cubicBezTo>
                    <a:pt x="72" y="176"/>
                    <a:pt x="64" y="175"/>
                    <a:pt x="57" y="175"/>
                  </a:cubicBezTo>
                  <a:cubicBezTo>
                    <a:pt x="56" y="173"/>
                    <a:pt x="54" y="171"/>
                    <a:pt x="52" y="1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02087054-524B-435C-A602-B8E521760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301" y="922326"/>
              <a:ext cx="297744" cy="283668"/>
            </a:xfrm>
            <a:custGeom>
              <a:avLst/>
              <a:gdLst>
                <a:gd name="T0" fmla="*/ 80 w 364"/>
                <a:gd name="T1" fmla="*/ 151 h 346"/>
                <a:gd name="T2" fmla="*/ 165 w 364"/>
                <a:gd name="T3" fmla="*/ 250 h 346"/>
                <a:gd name="T4" fmla="*/ 245 w 364"/>
                <a:gd name="T5" fmla="*/ 256 h 346"/>
                <a:gd name="T6" fmla="*/ 267 w 364"/>
                <a:gd name="T7" fmla="*/ 211 h 346"/>
                <a:gd name="T8" fmla="*/ 249 w 364"/>
                <a:gd name="T9" fmla="*/ 203 h 346"/>
                <a:gd name="T10" fmla="*/ 139 w 364"/>
                <a:gd name="T11" fmla="*/ 170 h 346"/>
                <a:gd name="T12" fmla="*/ 108 w 364"/>
                <a:gd name="T13" fmla="*/ 136 h 346"/>
                <a:gd name="T14" fmla="*/ 118 w 364"/>
                <a:gd name="T15" fmla="*/ 109 h 346"/>
                <a:gd name="T16" fmla="*/ 138 w 364"/>
                <a:gd name="T17" fmla="*/ 107 h 346"/>
                <a:gd name="T18" fmla="*/ 191 w 364"/>
                <a:gd name="T19" fmla="*/ 73 h 346"/>
                <a:gd name="T20" fmla="*/ 241 w 364"/>
                <a:gd name="T21" fmla="*/ 6 h 346"/>
                <a:gd name="T22" fmla="*/ 243 w 364"/>
                <a:gd name="T23" fmla="*/ 35 h 346"/>
                <a:gd name="T24" fmla="*/ 191 w 364"/>
                <a:gd name="T25" fmla="*/ 109 h 346"/>
                <a:gd name="T26" fmla="*/ 170 w 364"/>
                <a:gd name="T27" fmla="*/ 124 h 346"/>
                <a:gd name="T28" fmla="*/ 209 w 364"/>
                <a:gd name="T29" fmla="*/ 135 h 346"/>
                <a:gd name="T30" fmla="*/ 259 w 364"/>
                <a:gd name="T31" fmla="*/ 59 h 346"/>
                <a:gd name="T32" fmla="*/ 268 w 364"/>
                <a:gd name="T33" fmla="*/ 29 h 346"/>
                <a:gd name="T34" fmla="*/ 306 w 364"/>
                <a:gd name="T35" fmla="*/ 9 h 346"/>
                <a:gd name="T36" fmla="*/ 295 w 364"/>
                <a:gd name="T37" fmla="*/ 59 h 346"/>
                <a:gd name="T38" fmla="*/ 255 w 364"/>
                <a:gd name="T39" fmla="*/ 134 h 346"/>
                <a:gd name="T40" fmla="*/ 251 w 364"/>
                <a:gd name="T41" fmla="*/ 162 h 346"/>
                <a:gd name="T42" fmla="*/ 283 w 364"/>
                <a:gd name="T43" fmla="*/ 153 h 346"/>
                <a:gd name="T44" fmla="*/ 319 w 364"/>
                <a:gd name="T45" fmla="*/ 61 h 346"/>
                <a:gd name="T46" fmla="*/ 323 w 364"/>
                <a:gd name="T47" fmla="*/ 14 h 346"/>
                <a:gd name="T48" fmla="*/ 335 w 364"/>
                <a:gd name="T49" fmla="*/ 0 h 346"/>
                <a:gd name="T50" fmla="*/ 357 w 364"/>
                <a:gd name="T51" fmla="*/ 9 h 346"/>
                <a:gd name="T52" fmla="*/ 364 w 364"/>
                <a:gd name="T53" fmla="*/ 49 h 346"/>
                <a:gd name="T54" fmla="*/ 318 w 364"/>
                <a:gd name="T55" fmla="*/ 173 h 346"/>
                <a:gd name="T56" fmla="*/ 326 w 364"/>
                <a:gd name="T57" fmla="*/ 257 h 346"/>
                <a:gd name="T58" fmla="*/ 317 w 364"/>
                <a:gd name="T59" fmla="*/ 289 h 346"/>
                <a:gd name="T60" fmla="*/ 266 w 364"/>
                <a:gd name="T61" fmla="*/ 292 h 346"/>
                <a:gd name="T62" fmla="*/ 221 w 364"/>
                <a:gd name="T63" fmla="*/ 319 h 346"/>
                <a:gd name="T64" fmla="*/ 190 w 364"/>
                <a:gd name="T65" fmla="*/ 342 h 346"/>
                <a:gd name="T66" fmla="*/ 165 w 364"/>
                <a:gd name="T67" fmla="*/ 325 h 346"/>
                <a:gd name="T68" fmla="*/ 152 w 364"/>
                <a:gd name="T69" fmla="*/ 298 h 346"/>
                <a:gd name="T70" fmla="*/ 97 w 364"/>
                <a:gd name="T71" fmla="*/ 295 h 346"/>
                <a:gd name="T72" fmla="*/ 77 w 364"/>
                <a:gd name="T73" fmla="*/ 317 h 346"/>
                <a:gd name="T74" fmla="*/ 16 w 364"/>
                <a:gd name="T75" fmla="*/ 334 h 346"/>
                <a:gd name="T76" fmla="*/ 14 w 364"/>
                <a:gd name="T77" fmla="*/ 315 h 346"/>
                <a:gd name="T78" fmla="*/ 64 w 364"/>
                <a:gd name="T79" fmla="*/ 284 h 346"/>
                <a:gd name="T80" fmla="*/ 72 w 364"/>
                <a:gd name="T81" fmla="*/ 237 h 346"/>
                <a:gd name="T82" fmla="*/ 46 w 364"/>
                <a:gd name="T83" fmla="*/ 233 h 346"/>
                <a:gd name="T84" fmla="*/ 16 w 364"/>
                <a:gd name="T85" fmla="*/ 252 h 346"/>
                <a:gd name="T86" fmla="*/ 0 w 364"/>
                <a:gd name="T87" fmla="*/ 250 h 346"/>
                <a:gd name="T88" fmla="*/ 3 w 364"/>
                <a:gd name="T89" fmla="*/ 234 h 346"/>
                <a:gd name="T90" fmla="*/ 10 w 364"/>
                <a:gd name="T91" fmla="*/ 227 h 346"/>
                <a:gd name="T92" fmla="*/ 68 w 364"/>
                <a:gd name="T93" fmla="*/ 168 h 346"/>
                <a:gd name="T94" fmla="*/ 80 w 364"/>
                <a:gd name="T95" fmla="*/ 151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64" h="346">
                  <a:moveTo>
                    <a:pt x="80" y="151"/>
                  </a:moveTo>
                  <a:cubicBezTo>
                    <a:pt x="92" y="203"/>
                    <a:pt x="125" y="230"/>
                    <a:pt x="165" y="250"/>
                  </a:cubicBezTo>
                  <a:cubicBezTo>
                    <a:pt x="190" y="262"/>
                    <a:pt x="217" y="268"/>
                    <a:pt x="245" y="256"/>
                  </a:cubicBezTo>
                  <a:cubicBezTo>
                    <a:pt x="264" y="247"/>
                    <a:pt x="274" y="229"/>
                    <a:pt x="267" y="211"/>
                  </a:cubicBezTo>
                  <a:cubicBezTo>
                    <a:pt x="265" y="206"/>
                    <a:pt x="255" y="203"/>
                    <a:pt x="249" y="203"/>
                  </a:cubicBezTo>
                  <a:cubicBezTo>
                    <a:pt x="210" y="200"/>
                    <a:pt x="171" y="194"/>
                    <a:pt x="139" y="170"/>
                  </a:cubicBezTo>
                  <a:cubicBezTo>
                    <a:pt x="127" y="161"/>
                    <a:pt x="117" y="148"/>
                    <a:pt x="108" y="136"/>
                  </a:cubicBezTo>
                  <a:cubicBezTo>
                    <a:pt x="98" y="123"/>
                    <a:pt x="105" y="114"/>
                    <a:pt x="118" y="109"/>
                  </a:cubicBezTo>
                  <a:cubicBezTo>
                    <a:pt x="125" y="107"/>
                    <a:pt x="132" y="108"/>
                    <a:pt x="138" y="107"/>
                  </a:cubicBezTo>
                  <a:cubicBezTo>
                    <a:pt x="162" y="106"/>
                    <a:pt x="181" y="97"/>
                    <a:pt x="191" y="73"/>
                  </a:cubicBezTo>
                  <a:cubicBezTo>
                    <a:pt x="202" y="49"/>
                    <a:pt x="214" y="26"/>
                    <a:pt x="241" y="6"/>
                  </a:cubicBezTo>
                  <a:cubicBezTo>
                    <a:pt x="242" y="19"/>
                    <a:pt x="245" y="27"/>
                    <a:pt x="243" y="35"/>
                  </a:cubicBezTo>
                  <a:cubicBezTo>
                    <a:pt x="236" y="66"/>
                    <a:pt x="218" y="91"/>
                    <a:pt x="191" y="109"/>
                  </a:cubicBezTo>
                  <a:cubicBezTo>
                    <a:pt x="184" y="114"/>
                    <a:pt x="177" y="119"/>
                    <a:pt x="170" y="124"/>
                  </a:cubicBezTo>
                  <a:cubicBezTo>
                    <a:pt x="181" y="141"/>
                    <a:pt x="193" y="144"/>
                    <a:pt x="209" y="135"/>
                  </a:cubicBezTo>
                  <a:cubicBezTo>
                    <a:pt x="239" y="119"/>
                    <a:pt x="250" y="90"/>
                    <a:pt x="259" y="59"/>
                  </a:cubicBezTo>
                  <a:cubicBezTo>
                    <a:pt x="262" y="49"/>
                    <a:pt x="264" y="39"/>
                    <a:pt x="268" y="29"/>
                  </a:cubicBezTo>
                  <a:cubicBezTo>
                    <a:pt x="274" y="16"/>
                    <a:pt x="282" y="5"/>
                    <a:pt x="306" y="9"/>
                  </a:cubicBezTo>
                  <a:cubicBezTo>
                    <a:pt x="302" y="26"/>
                    <a:pt x="302" y="44"/>
                    <a:pt x="295" y="59"/>
                  </a:cubicBezTo>
                  <a:cubicBezTo>
                    <a:pt x="284" y="85"/>
                    <a:pt x="267" y="109"/>
                    <a:pt x="255" y="134"/>
                  </a:cubicBezTo>
                  <a:cubicBezTo>
                    <a:pt x="251" y="142"/>
                    <a:pt x="252" y="153"/>
                    <a:pt x="251" y="162"/>
                  </a:cubicBezTo>
                  <a:cubicBezTo>
                    <a:pt x="262" y="159"/>
                    <a:pt x="275" y="160"/>
                    <a:pt x="283" y="153"/>
                  </a:cubicBezTo>
                  <a:cubicBezTo>
                    <a:pt x="309" y="129"/>
                    <a:pt x="317" y="96"/>
                    <a:pt x="319" y="61"/>
                  </a:cubicBezTo>
                  <a:cubicBezTo>
                    <a:pt x="320" y="46"/>
                    <a:pt x="321" y="30"/>
                    <a:pt x="323" y="14"/>
                  </a:cubicBezTo>
                  <a:cubicBezTo>
                    <a:pt x="324" y="9"/>
                    <a:pt x="331" y="0"/>
                    <a:pt x="335" y="0"/>
                  </a:cubicBezTo>
                  <a:cubicBezTo>
                    <a:pt x="343" y="0"/>
                    <a:pt x="354" y="4"/>
                    <a:pt x="357" y="9"/>
                  </a:cubicBezTo>
                  <a:cubicBezTo>
                    <a:pt x="362" y="21"/>
                    <a:pt x="364" y="36"/>
                    <a:pt x="364" y="49"/>
                  </a:cubicBezTo>
                  <a:cubicBezTo>
                    <a:pt x="364" y="96"/>
                    <a:pt x="346" y="136"/>
                    <a:pt x="318" y="173"/>
                  </a:cubicBezTo>
                  <a:cubicBezTo>
                    <a:pt x="304" y="193"/>
                    <a:pt x="309" y="240"/>
                    <a:pt x="326" y="257"/>
                  </a:cubicBezTo>
                  <a:cubicBezTo>
                    <a:pt x="339" y="269"/>
                    <a:pt x="335" y="286"/>
                    <a:pt x="317" y="289"/>
                  </a:cubicBezTo>
                  <a:cubicBezTo>
                    <a:pt x="300" y="293"/>
                    <a:pt x="283" y="294"/>
                    <a:pt x="266" y="292"/>
                  </a:cubicBezTo>
                  <a:cubicBezTo>
                    <a:pt x="236" y="288"/>
                    <a:pt x="232" y="291"/>
                    <a:pt x="221" y="319"/>
                  </a:cubicBezTo>
                  <a:cubicBezTo>
                    <a:pt x="217" y="329"/>
                    <a:pt x="202" y="337"/>
                    <a:pt x="190" y="342"/>
                  </a:cubicBezTo>
                  <a:cubicBezTo>
                    <a:pt x="178" y="346"/>
                    <a:pt x="169" y="337"/>
                    <a:pt x="165" y="325"/>
                  </a:cubicBezTo>
                  <a:cubicBezTo>
                    <a:pt x="161" y="315"/>
                    <a:pt x="157" y="306"/>
                    <a:pt x="152" y="298"/>
                  </a:cubicBezTo>
                  <a:cubicBezTo>
                    <a:pt x="137" y="278"/>
                    <a:pt x="114" y="277"/>
                    <a:pt x="97" y="295"/>
                  </a:cubicBezTo>
                  <a:cubicBezTo>
                    <a:pt x="90" y="302"/>
                    <a:pt x="83" y="309"/>
                    <a:pt x="77" y="317"/>
                  </a:cubicBezTo>
                  <a:cubicBezTo>
                    <a:pt x="60" y="335"/>
                    <a:pt x="38" y="337"/>
                    <a:pt x="16" y="334"/>
                  </a:cubicBezTo>
                  <a:cubicBezTo>
                    <a:pt x="2" y="332"/>
                    <a:pt x="6" y="321"/>
                    <a:pt x="14" y="315"/>
                  </a:cubicBezTo>
                  <a:cubicBezTo>
                    <a:pt x="30" y="304"/>
                    <a:pt x="47" y="294"/>
                    <a:pt x="64" y="284"/>
                  </a:cubicBezTo>
                  <a:cubicBezTo>
                    <a:pt x="85" y="272"/>
                    <a:pt x="88" y="256"/>
                    <a:pt x="72" y="237"/>
                  </a:cubicBezTo>
                  <a:cubicBezTo>
                    <a:pt x="64" y="228"/>
                    <a:pt x="56" y="227"/>
                    <a:pt x="46" y="233"/>
                  </a:cubicBezTo>
                  <a:cubicBezTo>
                    <a:pt x="36" y="240"/>
                    <a:pt x="27" y="247"/>
                    <a:pt x="16" y="252"/>
                  </a:cubicBezTo>
                  <a:cubicBezTo>
                    <a:pt x="12" y="254"/>
                    <a:pt x="6" y="251"/>
                    <a:pt x="0" y="250"/>
                  </a:cubicBezTo>
                  <a:cubicBezTo>
                    <a:pt x="1" y="245"/>
                    <a:pt x="1" y="239"/>
                    <a:pt x="3" y="234"/>
                  </a:cubicBezTo>
                  <a:cubicBezTo>
                    <a:pt x="4" y="231"/>
                    <a:pt x="8" y="230"/>
                    <a:pt x="10" y="227"/>
                  </a:cubicBezTo>
                  <a:cubicBezTo>
                    <a:pt x="30" y="208"/>
                    <a:pt x="49" y="188"/>
                    <a:pt x="68" y="168"/>
                  </a:cubicBezTo>
                  <a:cubicBezTo>
                    <a:pt x="71" y="164"/>
                    <a:pt x="74" y="160"/>
                    <a:pt x="80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0E06D25-4F8D-4A0B-A3E3-CE24D2CF9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281" y="1249141"/>
              <a:ext cx="74359" cy="268979"/>
            </a:xfrm>
            <a:custGeom>
              <a:avLst/>
              <a:gdLst>
                <a:gd name="T0" fmla="*/ 91 w 91"/>
                <a:gd name="T1" fmla="*/ 1 h 328"/>
                <a:gd name="T2" fmla="*/ 91 w 91"/>
                <a:gd name="T3" fmla="*/ 103 h 328"/>
                <a:gd name="T4" fmla="*/ 73 w 91"/>
                <a:gd name="T5" fmla="*/ 147 h 328"/>
                <a:gd name="T6" fmla="*/ 52 w 91"/>
                <a:gd name="T7" fmla="*/ 239 h 328"/>
                <a:gd name="T8" fmla="*/ 73 w 91"/>
                <a:gd name="T9" fmla="*/ 304 h 328"/>
                <a:gd name="T10" fmla="*/ 76 w 91"/>
                <a:gd name="T11" fmla="*/ 327 h 328"/>
                <a:gd name="T12" fmla="*/ 25 w 91"/>
                <a:gd name="T13" fmla="*/ 326 h 328"/>
                <a:gd name="T14" fmla="*/ 3 w 91"/>
                <a:gd name="T15" fmla="*/ 299 h 328"/>
                <a:gd name="T16" fmla="*/ 13 w 91"/>
                <a:gd name="T17" fmla="*/ 179 h 328"/>
                <a:gd name="T18" fmla="*/ 36 w 91"/>
                <a:gd name="T19" fmla="*/ 143 h 328"/>
                <a:gd name="T20" fmla="*/ 55 w 91"/>
                <a:gd name="T21" fmla="*/ 57 h 328"/>
                <a:gd name="T22" fmla="*/ 42 w 91"/>
                <a:gd name="T23" fmla="*/ 48 h 328"/>
                <a:gd name="T24" fmla="*/ 13 w 91"/>
                <a:gd name="T25" fmla="*/ 44 h 328"/>
                <a:gd name="T26" fmla="*/ 0 w 91"/>
                <a:gd name="T27" fmla="*/ 33 h 328"/>
                <a:gd name="T28" fmla="*/ 9 w 91"/>
                <a:gd name="T29" fmla="*/ 18 h 328"/>
                <a:gd name="T30" fmla="*/ 79 w 91"/>
                <a:gd name="T31" fmla="*/ 0 h 328"/>
                <a:gd name="T32" fmla="*/ 91 w 91"/>
                <a:gd name="T33" fmla="*/ 1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" h="328">
                  <a:moveTo>
                    <a:pt x="91" y="1"/>
                  </a:moveTo>
                  <a:cubicBezTo>
                    <a:pt x="91" y="37"/>
                    <a:pt x="90" y="70"/>
                    <a:pt x="91" y="103"/>
                  </a:cubicBezTo>
                  <a:cubicBezTo>
                    <a:pt x="91" y="120"/>
                    <a:pt x="88" y="136"/>
                    <a:pt x="73" y="147"/>
                  </a:cubicBezTo>
                  <a:cubicBezTo>
                    <a:pt x="43" y="172"/>
                    <a:pt x="44" y="205"/>
                    <a:pt x="52" y="239"/>
                  </a:cubicBezTo>
                  <a:cubicBezTo>
                    <a:pt x="57" y="261"/>
                    <a:pt x="66" y="282"/>
                    <a:pt x="73" y="304"/>
                  </a:cubicBezTo>
                  <a:cubicBezTo>
                    <a:pt x="75" y="311"/>
                    <a:pt x="75" y="318"/>
                    <a:pt x="76" y="327"/>
                  </a:cubicBezTo>
                  <a:cubicBezTo>
                    <a:pt x="57" y="327"/>
                    <a:pt x="41" y="328"/>
                    <a:pt x="25" y="326"/>
                  </a:cubicBezTo>
                  <a:cubicBezTo>
                    <a:pt x="10" y="325"/>
                    <a:pt x="2" y="317"/>
                    <a:pt x="3" y="299"/>
                  </a:cubicBezTo>
                  <a:cubicBezTo>
                    <a:pt x="7" y="259"/>
                    <a:pt x="7" y="219"/>
                    <a:pt x="13" y="179"/>
                  </a:cubicBezTo>
                  <a:cubicBezTo>
                    <a:pt x="15" y="166"/>
                    <a:pt x="26" y="153"/>
                    <a:pt x="36" y="143"/>
                  </a:cubicBezTo>
                  <a:cubicBezTo>
                    <a:pt x="60" y="118"/>
                    <a:pt x="58" y="88"/>
                    <a:pt x="55" y="57"/>
                  </a:cubicBezTo>
                  <a:cubicBezTo>
                    <a:pt x="55" y="54"/>
                    <a:pt x="47" y="49"/>
                    <a:pt x="42" y="48"/>
                  </a:cubicBezTo>
                  <a:cubicBezTo>
                    <a:pt x="33" y="46"/>
                    <a:pt x="22" y="46"/>
                    <a:pt x="13" y="44"/>
                  </a:cubicBezTo>
                  <a:cubicBezTo>
                    <a:pt x="8" y="42"/>
                    <a:pt x="1" y="37"/>
                    <a:pt x="0" y="33"/>
                  </a:cubicBezTo>
                  <a:cubicBezTo>
                    <a:pt x="0" y="28"/>
                    <a:pt x="5" y="19"/>
                    <a:pt x="9" y="18"/>
                  </a:cubicBezTo>
                  <a:cubicBezTo>
                    <a:pt x="32" y="11"/>
                    <a:pt x="56" y="6"/>
                    <a:pt x="79" y="0"/>
                  </a:cubicBezTo>
                  <a:cubicBezTo>
                    <a:pt x="82" y="0"/>
                    <a:pt x="86" y="1"/>
                    <a:pt x="9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B369B74C-4FD5-418F-A960-F0FBF2946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695" y="922326"/>
              <a:ext cx="153921" cy="155757"/>
            </a:xfrm>
            <a:custGeom>
              <a:avLst/>
              <a:gdLst>
                <a:gd name="T0" fmla="*/ 6 w 188"/>
                <a:gd name="T1" fmla="*/ 14 h 190"/>
                <a:gd name="T2" fmla="*/ 63 w 188"/>
                <a:gd name="T3" fmla="*/ 21 h 190"/>
                <a:gd name="T4" fmla="*/ 142 w 188"/>
                <a:gd name="T5" fmla="*/ 37 h 190"/>
                <a:gd name="T6" fmla="*/ 174 w 188"/>
                <a:gd name="T7" fmla="*/ 16 h 190"/>
                <a:gd name="T8" fmla="*/ 182 w 188"/>
                <a:gd name="T9" fmla="*/ 40 h 190"/>
                <a:gd name="T10" fmla="*/ 120 w 188"/>
                <a:gd name="T11" fmla="*/ 79 h 190"/>
                <a:gd name="T12" fmla="*/ 81 w 188"/>
                <a:gd name="T13" fmla="*/ 109 h 190"/>
                <a:gd name="T14" fmla="*/ 45 w 188"/>
                <a:gd name="T15" fmla="*/ 169 h 190"/>
                <a:gd name="T16" fmla="*/ 12 w 188"/>
                <a:gd name="T17" fmla="*/ 174 h 190"/>
                <a:gd name="T18" fmla="*/ 18 w 188"/>
                <a:gd name="T19" fmla="*/ 140 h 190"/>
                <a:gd name="T20" fmla="*/ 39 w 188"/>
                <a:gd name="T21" fmla="*/ 118 h 190"/>
                <a:gd name="T22" fmla="*/ 41 w 188"/>
                <a:gd name="T23" fmla="*/ 56 h 190"/>
                <a:gd name="T24" fmla="*/ 6 w 188"/>
                <a:gd name="T25" fmla="*/ 1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90">
                  <a:moveTo>
                    <a:pt x="6" y="14"/>
                  </a:moveTo>
                  <a:cubicBezTo>
                    <a:pt x="29" y="0"/>
                    <a:pt x="50" y="4"/>
                    <a:pt x="63" y="21"/>
                  </a:cubicBezTo>
                  <a:cubicBezTo>
                    <a:pt x="87" y="55"/>
                    <a:pt x="107" y="59"/>
                    <a:pt x="142" y="37"/>
                  </a:cubicBezTo>
                  <a:cubicBezTo>
                    <a:pt x="153" y="31"/>
                    <a:pt x="163" y="23"/>
                    <a:pt x="174" y="16"/>
                  </a:cubicBezTo>
                  <a:cubicBezTo>
                    <a:pt x="187" y="21"/>
                    <a:pt x="188" y="29"/>
                    <a:pt x="182" y="40"/>
                  </a:cubicBezTo>
                  <a:cubicBezTo>
                    <a:pt x="168" y="64"/>
                    <a:pt x="147" y="78"/>
                    <a:pt x="120" y="79"/>
                  </a:cubicBezTo>
                  <a:cubicBezTo>
                    <a:pt x="99" y="79"/>
                    <a:pt x="89" y="88"/>
                    <a:pt x="81" y="109"/>
                  </a:cubicBezTo>
                  <a:cubicBezTo>
                    <a:pt x="74" y="131"/>
                    <a:pt x="59" y="150"/>
                    <a:pt x="45" y="169"/>
                  </a:cubicBezTo>
                  <a:cubicBezTo>
                    <a:pt x="38" y="178"/>
                    <a:pt x="25" y="190"/>
                    <a:pt x="12" y="174"/>
                  </a:cubicBezTo>
                  <a:cubicBezTo>
                    <a:pt x="0" y="161"/>
                    <a:pt x="8" y="150"/>
                    <a:pt x="18" y="140"/>
                  </a:cubicBezTo>
                  <a:cubicBezTo>
                    <a:pt x="26" y="133"/>
                    <a:pt x="33" y="126"/>
                    <a:pt x="39" y="118"/>
                  </a:cubicBezTo>
                  <a:cubicBezTo>
                    <a:pt x="58" y="94"/>
                    <a:pt x="59" y="81"/>
                    <a:pt x="41" y="56"/>
                  </a:cubicBezTo>
                  <a:cubicBezTo>
                    <a:pt x="31" y="41"/>
                    <a:pt x="18" y="29"/>
                    <a:pt x="6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81" name="标题 1">
            <a:extLst>
              <a:ext uri="{FF2B5EF4-FFF2-40B4-BE49-F238E27FC236}">
                <a16:creationId xmlns:a16="http://schemas.microsoft.com/office/drawing/2014/main" id="{0ED5A53F-7564-40C0-8BFA-FC3896F41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024" y="209027"/>
            <a:ext cx="8655953" cy="601075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 algn="ctr">
              <a:defRPr sz="3200" b="1"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84" name="直接连接符 83" hidden="1">
            <a:extLst>
              <a:ext uri="{FF2B5EF4-FFF2-40B4-BE49-F238E27FC236}">
                <a16:creationId xmlns:a16="http://schemas.microsoft.com/office/drawing/2014/main" id="{B1136200-5422-49E4-8D90-7B1727058DB5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02289" y="507839"/>
            <a:ext cx="40445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 hidden="1">
            <a:extLst>
              <a:ext uri="{FF2B5EF4-FFF2-40B4-BE49-F238E27FC236}">
                <a16:creationId xmlns:a16="http://schemas.microsoft.com/office/drawing/2014/main" id="{59D3579D-47D4-46DF-977D-BEF716FFEFEE}"/>
              </a:ext>
            </a:extLst>
          </p:cNvPr>
          <p:cNvSpPr/>
          <p:nvPr userDrawn="1"/>
        </p:nvSpPr>
        <p:spPr>
          <a:xfrm>
            <a:off x="869887" y="-22274"/>
            <a:ext cx="236852" cy="808281"/>
          </a:xfrm>
          <a:prstGeom prst="rect">
            <a:avLst/>
          </a:prstGeom>
          <a:solidFill>
            <a:srgbClr val="044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占位符 87">
            <a:extLst>
              <a:ext uri="{FF2B5EF4-FFF2-40B4-BE49-F238E27FC236}">
                <a16:creationId xmlns:a16="http://schemas.microsoft.com/office/drawing/2014/main" id="{DD48FFAC-2DD4-4975-857C-6768060785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8785" y="827088"/>
            <a:ext cx="5014430" cy="601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2"/>
                </a:solidFill>
                <a:latin typeface="方正准雅宋简体" panose="02000000000000000000" pitchFamily="2" charset="-122"/>
                <a:ea typeface="方正准雅宋简体" panose="02000000000000000000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82834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副标题 2">
            <a:extLst>
              <a:ext uri="{FF2B5EF4-FFF2-40B4-BE49-F238E27FC236}">
                <a16:creationId xmlns:a16="http://schemas.microsoft.com/office/drawing/2014/main" id="{4D928ABA-C44F-43AE-8DB2-0946332E26B7}"/>
              </a:ext>
            </a:extLst>
          </p:cNvPr>
          <p:cNvSpPr txBox="1">
            <a:spLocks/>
          </p:cNvSpPr>
          <p:nvPr userDrawn="1"/>
        </p:nvSpPr>
        <p:spPr>
          <a:xfrm>
            <a:off x="1515340" y="4747371"/>
            <a:ext cx="2812728" cy="617036"/>
          </a:xfrm>
          <a:prstGeom prst="rect">
            <a:avLst/>
          </a:prstGeom>
          <a:solidFill>
            <a:srgbClr val="04428A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1" name="副标题 2">
            <a:extLst>
              <a:ext uri="{FF2B5EF4-FFF2-40B4-BE49-F238E27FC236}">
                <a16:creationId xmlns:a16="http://schemas.microsoft.com/office/drawing/2014/main" id="{55E12536-F5E6-4615-BCA3-FD43010BD3F0}"/>
              </a:ext>
            </a:extLst>
          </p:cNvPr>
          <p:cNvSpPr txBox="1">
            <a:spLocks/>
          </p:cNvSpPr>
          <p:nvPr userDrawn="1"/>
        </p:nvSpPr>
        <p:spPr>
          <a:xfrm>
            <a:off x="1515340" y="3841753"/>
            <a:ext cx="3225354" cy="617036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4428A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n-ea"/>
                <a:cs typeface="+mn-cs"/>
              </a:rPr>
              <a:t>This Paper is On the Guidance and Mentor XXX support</a:t>
            </a:r>
            <a:endParaRPr lang="zh-CN" altLang="zh-CN" sz="1400" b="1" kern="12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85" name="文本占位符 84">
            <a:extLst>
              <a:ext uri="{FF2B5EF4-FFF2-40B4-BE49-F238E27FC236}">
                <a16:creationId xmlns:a16="http://schemas.microsoft.com/office/drawing/2014/main" id="{9C066E07-1FB2-4E4E-885A-DB0487713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15340" y="4747371"/>
            <a:ext cx="2743200" cy="6175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答辩人信息</a:t>
            </a:r>
          </a:p>
        </p:txBody>
      </p:sp>
      <p:grpSp>
        <p:nvGrpSpPr>
          <p:cNvPr id="87" name="Group 74">
            <a:extLst>
              <a:ext uri="{FF2B5EF4-FFF2-40B4-BE49-F238E27FC236}">
                <a16:creationId xmlns:a16="http://schemas.microsoft.com/office/drawing/2014/main" id="{DE5F34AA-DE60-49EE-982E-B1E176FEED9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511922" y="1044653"/>
            <a:ext cx="2014537" cy="560387"/>
            <a:chOff x="954" y="660"/>
            <a:chExt cx="1269" cy="353"/>
          </a:xfrm>
        </p:grpSpPr>
        <p:sp>
          <p:nvSpPr>
            <p:cNvPr id="89" name="Freeform 75">
              <a:extLst>
                <a:ext uri="{FF2B5EF4-FFF2-40B4-BE49-F238E27FC236}">
                  <a16:creationId xmlns:a16="http://schemas.microsoft.com/office/drawing/2014/main" id="{8B2498DD-9199-46A2-A18D-0705D6769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" y="833"/>
              <a:ext cx="45" cy="46"/>
            </a:xfrm>
            <a:custGeom>
              <a:avLst/>
              <a:gdLst>
                <a:gd name="T0" fmla="*/ 10 w 36"/>
                <a:gd name="T1" fmla="*/ 35 h 37"/>
                <a:gd name="T2" fmla="*/ 6 w 36"/>
                <a:gd name="T3" fmla="*/ 25 h 37"/>
                <a:gd name="T4" fmla="*/ 0 w 36"/>
                <a:gd name="T5" fmla="*/ 11 h 37"/>
                <a:gd name="T6" fmla="*/ 23 w 36"/>
                <a:gd name="T7" fmla="*/ 4 h 37"/>
                <a:gd name="T8" fmla="*/ 28 w 36"/>
                <a:gd name="T9" fmla="*/ 9 h 37"/>
                <a:gd name="T10" fmla="*/ 30 w 36"/>
                <a:gd name="T11" fmla="*/ 29 h 37"/>
                <a:gd name="T12" fmla="*/ 10 w 36"/>
                <a:gd name="T13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7">
                  <a:moveTo>
                    <a:pt x="10" y="35"/>
                  </a:moveTo>
                  <a:cubicBezTo>
                    <a:pt x="3" y="34"/>
                    <a:pt x="7" y="31"/>
                    <a:pt x="6" y="25"/>
                  </a:cubicBezTo>
                  <a:cubicBezTo>
                    <a:pt x="5" y="20"/>
                    <a:pt x="0" y="14"/>
                    <a:pt x="0" y="11"/>
                  </a:cubicBezTo>
                  <a:cubicBezTo>
                    <a:pt x="1" y="0"/>
                    <a:pt x="15" y="0"/>
                    <a:pt x="23" y="4"/>
                  </a:cubicBezTo>
                  <a:cubicBezTo>
                    <a:pt x="25" y="4"/>
                    <a:pt x="26" y="7"/>
                    <a:pt x="28" y="9"/>
                  </a:cubicBezTo>
                  <a:cubicBezTo>
                    <a:pt x="32" y="14"/>
                    <a:pt x="36" y="23"/>
                    <a:pt x="30" y="29"/>
                  </a:cubicBezTo>
                  <a:cubicBezTo>
                    <a:pt x="25" y="34"/>
                    <a:pt x="17" y="37"/>
                    <a:pt x="10" y="3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76">
              <a:extLst>
                <a:ext uri="{FF2B5EF4-FFF2-40B4-BE49-F238E27FC236}">
                  <a16:creationId xmlns:a16="http://schemas.microsoft.com/office/drawing/2014/main" id="{27F2E103-1219-4B08-AFAB-E952194DE8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7" y="698"/>
              <a:ext cx="160" cy="165"/>
            </a:xfrm>
            <a:custGeom>
              <a:avLst/>
              <a:gdLst>
                <a:gd name="T0" fmla="*/ 33 w 129"/>
                <a:gd name="T1" fmla="*/ 133 h 133"/>
                <a:gd name="T2" fmla="*/ 32 w 129"/>
                <a:gd name="T3" fmla="*/ 133 h 133"/>
                <a:gd name="T4" fmla="*/ 33 w 129"/>
                <a:gd name="T5" fmla="*/ 130 h 133"/>
                <a:gd name="T6" fmla="*/ 55 w 129"/>
                <a:gd name="T7" fmla="*/ 116 h 133"/>
                <a:gd name="T8" fmla="*/ 67 w 129"/>
                <a:gd name="T9" fmla="*/ 99 h 133"/>
                <a:gd name="T10" fmla="*/ 25 w 129"/>
                <a:gd name="T11" fmla="*/ 115 h 133"/>
                <a:gd name="T12" fmla="*/ 8 w 129"/>
                <a:gd name="T13" fmla="*/ 108 h 133"/>
                <a:gd name="T14" fmla="*/ 8 w 129"/>
                <a:gd name="T15" fmla="*/ 107 h 133"/>
                <a:gd name="T16" fmla="*/ 8 w 129"/>
                <a:gd name="T17" fmla="*/ 92 h 133"/>
                <a:gd name="T18" fmla="*/ 60 w 129"/>
                <a:gd name="T19" fmla="*/ 80 h 133"/>
                <a:gd name="T20" fmla="*/ 75 w 129"/>
                <a:gd name="T21" fmla="*/ 72 h 133"/>
                <a:gd name="T22" fmla="*/ 77 w 129"/>
                <a:gd name="T23" fmla="*/ 14 h 133"/>
                <a:gd name="T24" fmla="*/ 99 w 129"/>
                <a:gd name="T25" fmla="*/ 16 h 133"/>
                <a:gd name="T26" fmla="*/ 103 w 129"/>
                <a:gd name="T27" fmla="*/ 21 h 133"/>
                <a:gd name="T28" fmla="*/ 104 w 129"/>
                <a:gd name="T29" fmla="*/ 21 h 133"/>
                <a:gd name="T30" fmla="*/ 103 w 129"/>
                <a:gd name="T31" fmla="*/ 35 h 133"/>
                <a:gd name="T32" fmla="*/ 98 w 129"/>
                <a:gd name="T33" fmla="*/ 65 h 133"/>
                <a:gd name="T34" fmla="*/ 126 w 129"/>
                <a:gd name="T35" fmla="*/ 54 h 133"/>
                <a:gd name="T36" fmla="*/ 123 w 129"/>
                <a:gd name="T37" fmla="*/ 69 h 133"/>
                <a:gd name="T38" fmla="*/ 95 w 129"/>
                <a:gd name="T39" fmla="*/ 81 h 133"/>
                <a:gd name="T40" fmla="*/ 82 w 129"/>
                <a:gd name="T41" fmla="*/ 111 h 133"/>
                <a:gd name="T42" fmla="*/ 75 w 129"/>
                <a:gd name="T43" fmla="*/ 118 h 133"/>
                <a:gd name="T44" fmla="*/ 56 w 129"/>
                <a:gd name="T45" fmla="*/ 128 h 133"/>
                <a:gd name="T46" fmla="*/ 33 w 129"/>
                <a:gd name="T4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9" h="133">
                  <a:moveTo>
                    <a:pt x="33" y="133"/>
                  </a:moveTo>
                  <a:cubicBezTo>
                    <a:pt x="33" y="133"/>
                    <a:pt x="33" y="133"/>
                    <a:pt x="32" y="133"/>
                  </a:cubicBezTo>
                  <a:cubicBezTo>
                    <a:pt x="32" y="132"/>
                    <a:pt x="32" y="131"/>
                    <a:pt x="33" y="130"/>
                  </a:cubicBezTo>
                  <a:cubicBezTo>
                    <a:pt x="35" y="130"/>
                    <a:pt x="55" y="117"/>
                    <a:pt x="55" y="116"/>
                  </a:cubicBezTo>
                  <a:cubicBezTo>
                    <a:pt x="60" y="111"/>
                    <a:pt x="66" y="106"/>
                    <a:pt x="67" y="99"/>
                  </a:cubicBezTo>
                  <a:cubicBezTo>
                    <a:pt x="53" y="104"/>
                    <a:pt x="40" y="114"/>
                    <a:pt x="25" y="115"/>
                  </a:cubicBezTo>
                  <a:cubicBezTo>
                    <a:pt x="18" y="113"/>
                    <a:pt x="13" y="110"/>
                    <a:pt x="8" y="108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1" y="102"/>
                    <a:pt x="0" y="95"/>
                    <a:pt x="8" y="92"/>
                  </a:cubicBezTo>
                  <a:cubicBezTo>
                    <a:pt x="23" y="96"/>
                    <a:pt x="46" y="85"/>
                    <a:pt x="60" y="80"/>
                  </a:cubicBezTo>
                  <a:cubicBezTo>
                    <a:pt x="63" y="78"/>
                    <a:pt x="72" y="75"/>
                    <a:pt x="75" y="72"/>
                  </a:cubicBezTo>
                  <a:cubicBezTo>
                    <a:pt x="78" y="52"/>
                    <a:pt x="76" y="33"/>
                    <a:pt x="77" y="14"/>
                  </a:cubicBezTo>
                  <a:cubicBezTo>
                    <a:pt x="82" y="0"/>
                    <a:pt x="90" y="10"/>
                    <a:pt x="99" y="16"/>
                  </a:cubicBezTo>
                  <a:cubicBezTo>
                    <a:pt x="99" y="18"/>
                    <a:pt x="101" y="19"/>
                    <a:pt x="103" y="21"/>
                  </a:cubicBezTo>
                  <a:cubicBezTo>
                    <a:pt x="103" y="21"/>
                    <a:pt x="103" y="21"/>
                    <a:pt x="104" y="21"/>
                  </a:cubicBezTo>
                  <a:cubicBezTo>
                    <a:pt x="107" y="27"/>
                    <a:pt x="108" y="30"/>
                    <a:pt x="103" y="35"/>
                  </a:cubicBezTo>
                  <a:cubicBezTo>
                    <a:pt x="99" y="44"/>
                    <a:pt x="97" y="54"/>
                    <a:pt x="98" y="65"/>
                  </a:cubicBezTo>
                  <a:cubicBezTo>
                    <a:pt x="108" y="63"/>
                    <a:pt x="114" y="55"/>
                    <a:pt x="126" y="54"/>
                  </a:cubicBezTo>
                  <a:cubicBezTo>
                    <a:pt x="129" y="60"/>
                    <a:pt x="128" y="65"/>
                    <a:pt x="123" y="69"/>
                  </a:cubicBezTo>
                  <a:cubicBezTo>
                    <a:pt x="114" y="73"/>
                    <a:pt x="105" y="77"/>
                    <a:pt x="95" y="81"/>
                  </a:cubicBezTo>
                  <a:cubicBezTo>
                    <a:pt x="93" y="91"/>
                    <a:pt x="89" y="103"/>
                    <a:pt x="82" y="111"/>
                  </a:cubicBezTo>
                  <a:cubicBezTo>
                    <a:pt x="81" y="113"/>
                    <a:pt x="76" y="117"/>
                    <a:pt x="75" y="118"/>
                  </a:cubicBezTo>
                  <a:cubicBezTo>
                    <a:pt x="69" y="122"/>
                    <a:pt x="63" y="126"/>
                    <a:pt x="56" y="128"/>
                  </a:cubicBezTo>
                  <a:cubicBezTo>
                    <a:pt x="37" y="133"/>
                    <a:pt x="37" y="133"/>
                    <a:pt x="33" y="1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77">
              <a:extLst>
                <a:ext uri="{FF2B5EF4-FFF2-40B4-BE49-F238E27FC236}">
                  <a16:creationId xmlns:a16="http://schemas.microsoft.com/office/drawing/2014/main" id="{53C6CDB3-EB59-492C-951E-09DD700131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0" y="796"/>
              <a:ext cx="94" cy="110"/>
            </a:xfrm>
            <a:custGeom>
              <a:avLst/>
              <a:gdLst>
                <a:gd name="T0" fmla="*/ 17 w 76"/>
                <a:gd name="T1" fmla="*/ 88 h 88"/>
                <a:gd name="T2" fmla="*/ 0 w 76"/>
                <a:gd name="T3" fmla="*/ 70 h 88"/>
                <a:gd name="T4" fmla="*/ 2 w 76"/>
                <a:gd name="T5" fmla="*/ 65 h 88"/>
                <a:gd name="T6" fmla="*/ 50 w 76"/>
                <a:gd name="T7" fmla="*/ 26 h 88"/>
                <a:gd name="T8" fmla="*/ 65 w 76"/>
                <a:gd name="T9" fmla="*/ 5 h 88"/>
                <a:gd name="T10" fmla="*/ 66 w 76"/>
                <a:gd name="T11" fmla="*/ 4 h 88"/>
                <a:gd name="T12" fmla="*/ 66 w 76"/>
                <a:gd name="T13" fmla="*/ 4 h 88"/>
                <a:gd name="T14" fmla="*/ 76 w 76"/>
                <a:gd name="T15" fmla="*/ 5 h 88"/>
                <a:gd name="T16" fmla="*/ 65 w 76"/>
                <a:gd name="T17" fmla="*/ 19 h 88"/>
                <a:gd name="T18" fmla="*/ 54 w 76"/>
                <a:gd name="T19" fmla="*/ 43 h 88"/>
                <a:gd name="T20" fmla="*/ 48 w 76"/>
                <a:gd name="T21" fmla="*/ 54 h 88"/>
                <a:gd name="T22" fmla="*/ 35 w 76"/>
                <a:gd name="T23" fmla="*/ 72 h 88"/>
                <a:gd name="T24" fmla="*/ 21 w 76"/>
                <a:gd name="T25" fmla="*/ 87 h 88"/>
                <a:gd name="T26" fmla="*/ 17 w 76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88">
                  <a:moveTo>
                    <a:pt x="17" y="88"/>
                  </a:moveTo>
                  <a:cubicBezTo>
                    <a:pt x="10" y="84"/>
                    <a:pt x="3" y="76"/>
                    <a:pt x="0" y="70"/>
                  </a:cubicBezTo>
                  <a:cubicBezTo>
                    <a:pt x="0" y="69"/>
                    <a:pt x="1" y="67"/>
                    <a:pt x="2" y="65"/>
                  </a:cubicBezTo>
                  <a:cubicBezTo>
                    <a:pt x="18" y="52"/>
                    <a:pt x="35" y="41"/>
                    <a:pt x="50" y="26"/>
                  </a:cubicBezTo>
                  <a:cubicBezTo>
                    <a:pt x="54" y="19"/>
                    <a:pt x="60" y="12"/>
                    <a:pt x="65" y="5"/>
                  </a:cubicBezTo>
                  <a:cubicBezTo>
                    <a:pt x="65" y="5"/>
                    <a:pt x="66" y="5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0" y="0"/>
                    <a:pt x="72" y="0"/>
                    <a:pt x="76" y="5"/>
                  </a:cubicBezTo>
                  <a:cubicBezTo>
                    <a:pt x="76" y="10"/>
                    <a:pt x="68" y="14"/>
                    <a:pt x="65" y="19"/>
                  </a:cubicBezTo>
                  <a:cubicBezTo>
                    <a:pt x="62" y="27"/>
                    <a:pt x="58" y="35"/>
                    <a:pt x="54" y="43"/>
                  </a:cubicBezTo>
                  <a:cubicBezTo>
                    <a:pt x="53" y="45"/>
                    <a:pt x="53" y="45"/>
                    <a:pt x="48" y="54"/>
                  </a:cubicBezTo>
                  <a:cubicBezTo>
                    <a:pt x="43" y="57"/>
                    <a:pt x="37" y="66"/>
                    <a:pt x="35" y="72"/>
                  </a:cubicBezTo>
                  <a:cubicBezTo>
                    <a:pt x="29" y="75"/>
                    <a:pt x="27" y="84"/>
                    <a:pt x="21" y="87"/>
                  </a:cubicBezTo>
                  <a:cubicBezTo>
                    <a:pt x="19" y="87"/>
                    <a:pt x="18" y="87"/>
                    <a:pt x="17" y="8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78">
              <a:extLst>
                <a:ext uri="{FF2B5EF4-FFF2-40B4-BE49-F238E27FC236}">
                  <a16:creationId xmlns:a16="http://schemas.microsoft.com/office/drawing/2014/main" id="{2FEF08A5-6DF9-4AB5-A5A9-75D060EEA5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9" y="791"/>
              <a:ext cx="53" cy="41"/>
            </a:xfrm>
            <a:custGeom>
              <a:avLst/>
              <a:gdLst>
                <a:gd name="T0" fmla="*/ 19 w 43"/>
                <a:gd name="T1" fmla="*/ 33 h 33"/>
                <a:gd name="T2" fmla="*/ 0 w 43"/>
                <a:gd name="T3" fmla="*/ 20 h 33"/>
                <a:gd name="T4" fmla="*/ 2 w 43"/>
                <a:gd name="T5" fmla="*/ 14 h 33"/>
                <a:gd name="T6" fmla="*/ 6 w 43"/>
                <a:gd name="T7" fmla="*/ 13 h 33"/>
                <a:gd name="T8" fmla="*/ 17 w 43"/>
                <a:gd name="T9" fmla="*/ 12 h 33"/>
                <a:gd name="T10" fmla="*/ 43 w 43"/>
                <a:gd name="T11" fmla="*/ 5 h 33"/>
                <a:gd name="T12" fmla="*/ 19 w 43"/>
                <a:gd name="T1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33">
                  <a:moveTo>
                    <a:pt x="19" y="33"/>
                  </a:moveTo>
                  <a:cubicBezTo>
                    <a:pt x="9" y="33"/>
                    <a:pt x="6" y="26"/>
                    <a:pt x="0" y="20"/>
                  </a:cubicBezTo>
                  <a:cubicBezTo>
                    <a:pt x="0" y="18"/>
                    <a:pt x="2" y="16"/>
                    <a:pt x="2" y="14"/>
                  </a:cubicBezTo>
                  <a:cubicBezTo>
                    <a:pt x="4" y="14"/>
                    <a:pt x="4" y="14"/>
                    <a:pt x="6" y="13"/>
                  </a:cubicBezTo>
                  <a:cubicBezTo>
                    <a:pt x="10" y="12"/>
                    <a:pt x="12" y="12"/>
                    <a:pt x="17" y="12"/>
                  </a:cubicBezTo>
                  <a:cubicBezTo>
                    <a:pt x="22" y="11"/>
                    <a:pt x="38" y="0"/>
                    <a:pt x="43" y="5"/>
                  </a:cubicBezTo>
                  <a:cubicBezTo>
                    <a:pt x="43" y="17"/>
                    <a:pt x="30" y="30"/>
                    <a:pt x="19" y="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79">
              <a:extLst>
                <a:ext uri="{FF2B5EF4-FFF2-40B4-BE49-F238E27FC236}">
                  <a16:creationId xmlns:a16="http://schemas.microsoft.com/office/drawing/2014/main" id="{9D2D39E7-58A1-4FC8-BC3E-3A297B07B5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68" y="766"/>
              <a:ext cx="36" cy="42"/>
            </a:xfrm>
            <a:custGeom>
              <a:avLst/>
              <a:gdLst>
                <a:gd name="T0" fmla="*/ 5 w 29"/>
                <a:gd name="T1" fmla="*/ 34 h 34"/>
                <a:gd name="T2" fmla="*/ 0 w 29"/>
                <a:gd name="T3" fmla="*/ 9 h 34"/>
                <a:gd name="T4" fmla="*/ 19 w 29"/>
                <a:gd name="T5" fmla="*/ 6 h 34"/>
                <a:gd name="T6" fmla="*/ 23 w 29"/>
                <a:gd name="T7" fmla="*/ 26 h 34"/>
                <a:gd name="T8" fmla="*/ 5 w 29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4">
                  <a:moveTo>
                    <a:pt x="5" y="34"/>
                  </a:moveTo>
                  <a:cubicBezTo>
                    <a:pt x="1" y="30"/>
                    <a:pt x="0" y="14"/>
                    <a:pt x="0" y="9"/>
                  </a:cubicBezTo>
                  <a:cubicBezTo>
                    <a:pt x="3" y="0"/>
                    <a:pt x="12" y="0"/>
                    <a:pt x="19" y="6"/>
                  </a:cubicBezTo>
                  <a:cubicBezTo>
                    <a:pt x="25" y="14"/>
                    <a:pt x="29" y="17"/>
                    <a:pt x="23" y="26"/>
                  </a:cubicBezTo>
                  <a:cubicBezTo>
                    <a:pt x="16" y="32"/>
                    <a:pt x="13" y="32"/>
                    <a:pt x="5" y="3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80">
              <a:extLst>
                <a:ext uri="{FF2B5EF4-FFF2-40B4-BE49-F238E27FC236}">
                  <a16:creationId xmlns:a16="http://schemas.microsoft.com/office/drawing/2014/main" id="{915E986D-1EF4-42B3-94BB-73A288B91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8" y="739"/>
              <a:ext cx="63" cy="60"/>
            </a:xfrm>
            <a:custGeom>
              <a:avLst/>
              <a:gdLst>
                <a:gd name="T0" fmla="*/ 17 w 51"/>
                <a:gd name="T1" fmla="*/ 48 h 48"/>
                <a:gd name="T2" fmla="*/ 21 w 51"/>
                <a:gd name="T3" fmla="*/ 30 h 48"/>
                <a:gd name="T4" fmla="*/ 13 w 51"/>
                <a:gd name="T5" fmla="*/ 32 h 48"/>
                <a:gd name="T6" fmla="*/ 3 w 51"/>
                <a:gd name="T7" fmla="*/ 15 h 48"/>
                <a:gd name="T8" fmla="*/ 13 w 51"/>
                <a:gd name="T9" fmla="*/ 11 h 48"/>
                <a:gd name="T10" fmla="*/ 33 w 51"/>
                <a:gd name="T11" fmla="*/ 2 h 48"/>
                <a:gd name="T12" fmla="*/ 51 w 51"/>
                <a:gd name="T13" fmla="*/ 18 h 48"/>
                <a:gd name="T14" fmla="*/ 39 w 51"/>
                <a:gd name="T15" fmla="*/ 36 h 48"/>
                <a:gd name="T16" fmla="*/ 22 w 51"/>
                <a:gd name="T17" fmla="*/ 47 h 48"/>
                <a:gd name="T18" fmla="*/ 17 w 5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48">
                  <a:moveTo>
                    <a:pt x="17" y="48"/>
                  </a:moveTo>
                  <a:cubicBezTo>
                    <a:pt x="16" y="43"/>
                    <a:pt x="23" y="33"/>
                    <a:pt x="21" y="30"/>
                  </a:cubicBezTo>
                  <a:cubicBezTo>
                    <a:pt x="18" y="31"/>
                    <a:pt x="16" y="32"/>
                    <a:pt x="13" y="32"/>
                  </a:cubicBezTo>
                  <a:cubicBezTo>
                    <a:pt x="7" y="29"/>
                    <a:pt x="0" y="21"/>
                    <a:pt x="3" y="15"/>
                  </a:cubicBezTo>
                  <a:cubicBezTo>
                    <a:pt x="7" y="10"/>
                    <a:pt x="6" y="12"/>
                    <a:pt x="13" y="11"/>
                  </a:cubicBezTo>
                  <a:cubicBezTo>
                    <a:pt x="19" y="8"/>
                    <a:pt x="26" y="5"/>
                    <a:pt x="33" y="2"/>
                  </a:cubicBezTo>
                  <a:cubicBezTo>
                    <a:pt x="45" y="0"/>
                    <a:pt x="50" y="6"/>
                    <a:pt x="51" y="18"/>
                  </a:cubicBezTo>
                  <a:cubicBezTo>
                    <a:pt x="49" y="25"/>
                    <a:pt x="44" y="31"/>
                    <a:pt x="39" y="36"/>
                  </a:cubicBezTo>
                  <a:cubicBezTo>
                    <a:pt x="33" y="40"/>
                    <a:pt x="27" y="44"/>
                    <a:pt x="22" y="47"/>
                  </a:cubicBezTo>
                  <a:cubicBezTo>
                    <a:pt x="20" y="47"/>
                    <a:pt x="19" y="48"/>
                    <a:pt x="17" y="4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81">
              <a:extLst>
                <a:ext uri="{FF2B5EF4-FFF2-40B4-BE49-F238E27FC236}">
                  <a16:creationId xmlns:a16="http://schemas.microsoft.com/office/drawing/2014/main" id="{76BD02E3-0A82-4F7E-B49E-08A3A8C6A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715"/>
              <a:ext cx="38" cy="42"/>
            </a:xfrm>
            <a:custGeom>
              <a:avLst/>
              <a:gdLst>
                <a:gd name="T0" fmla="*/ 3 w 31"/>
                <a:gd name="T1" fmla="*/ 34 h 34"/>
                <a:gd name="T2" fmla="*/ 3 w 31"/>
                <a:gd name="T3" fmla="*/ 29 h 34"/>
                <a:gd name="T4" fmla="*/ 0 w 31"/>
                <a:gd name="T5" fmla="*/ 16 h 34"/>
                <a:gd name="T6" fmla="*/ 7 w 31"/>
                <a:gd name="T7" fmla="*/ 0 h 34"/>
                <a:gd name="T8" fmla="*/ 26 w 31"/>
                <a:gd name="T9" fmla="*/ 23 h 34"/>
                <a:gd name="T10" fmla="*/ 3 w 31"/>
                <a:gd name="T1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4">
                  <a:moveTo>
                    <a:pt x="3" y="34"/>
                  </a:moveTo>
                  <a:cubicBezTo>
                    <a:pt x="1" y="32"/>
                    <a:pt x="2" y="31"/>
                    <a:pt x="3" y="29"/>
                  </a:cubicBezTo>
                  <a:cubicBezTo>
                    <a:pt x="3" y="24"/>
                    <a:pt x="0" y="20"/>
                    <a:pt x="0" y="16"/>
                  </a:cubicBezTo>
                  <a:cubicBezTo>
                    <a:pt x="1" y="7"/>
                    <a:pt x="0" y="4"/>
                    <a:pt x="7" y="0"/>
                  </a:cubicBezTo>
                  <a:cubicBezTo>
                    <a:pt x="12" y="3"/>
                    <a:pt x="31" y="12"/>
                    <a:pt x="26" y="23"/>
                  </a:cubicBezTo>
                  <a:cubicBezTo>
                    <a:pt x="21" y="29"/>
                    <a:pt x="11" y="33"/>
                    <a:pt x="3" y="3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Freeform 82">
              <a:extLst>
                <a:ext uri="{FF2B5EF4-FFF2-40B4-BE49-F238E27FC236}">
                  <a16:creationId xmlns:a16="http://schemas.microsoft.com/office/drawing/2014/main" id="{72D823C7-888B-4B1A-BFC8-5E00FF601B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728"/>
              <a:ext cx="244" cy="186"/>
            </a:xfrm>
            <a:custGeom>
              <a:avLst/>
              <a:gdLst>
                <a:gd name="T0" fmla="*/ 20 w 197"/>
                <a:gd name="T1" fmla="*/ 150 h 150"/>
                <a:gd name="T2" fmla="*/ 13 w 197"/>
                <a:gd name="T3" fmla="*/ 119 h 150"/>
                <a:gd name="T4" fmla="*/ 17 w 197"/>
                <a:gd name="T5" fmla="*/ 114 h 150"/>
                <a:gd name="T6" fmla="*/ 17 w 197"/>
                <a:gd name="T7" fmla="*/ 113 h 150"/>
                <a:gd name="T8" fmla="*/ 44 w 197"/>
                <a:gd name="T9" fmla="*/ 77 h 150"/>
                <a:gd name="T10" fmla="*/ 52 w 197"/>
                <a:gd name="T11" fmla="*/ 67 h 150"/>
                <a:gd name="T12" fmla="*/ 53 w 197"/>
                <a:gd name="T13" fmla="*/ 78 h 150"/>
                <a:gd name="T14" fmla="*/ 60 w 197"/>
                <a:gd name="T15" fmla="*/ 77 h 150"/>
                <a:gd name="T16" fmla="*/ 85 w 197"/>
                <a:gd name="T17" fmla="*/ 58 h 150"/>
                <a:gd name="T18" fmla="*/ 87 w 197"/>
                <a:gd name="T19" fmla="*/ 48 h 150"/>
                <a:gd name="T20" fmla="*/ 68 w 197"/>
                <a:gd name="T21" fmla="*/ 44 h 150"/>
                <a:gd name="T22" fmla="*/ 88 w 197"/>
                <a:gd name="T23" fmla="*/ 29 h 150"/>
                <a:gd name="T24" fmla="*/ 92 w 197"/>
                <a:gd name="T25" fmla="*/ 9 h 150"/>
                <a:gd name="T26" fmla="*/ 109 w 197"/>
                <a:gd name="T27" fmla="*/ 22 h 150"/>
                <a:gd name="T28" fmla="*/ 110 w 197"/>
                <a:gd name="T29" fmla="*/ 37 h 150"/>
                <a:gd name="T30" fmla="*/ 108 w 197"/>
                <a:gd name="T31" fmla="*/ 46 h 150"/>
                <a:gd name="T32" fmla="*/ 111 w 197"/>
                <a:gd name="T33" fmla="*/ 46 h 150"/>
                <a:gd name="T34" fmla="*/ 131 w 197"/>
                <a:gd name="T35" fmla="*/ 32 h 150"/>
                <a:gd name="T36" fmla="*/ 140 w 197"/>
                <a:gd name="T37" fmla="*/ 5 h 150"/>
                <a:gd name="T38" fmla="*/ 163 w 197"/>
                <a:gd name="T39" fmla="*/ 11 h 150"/>
                <a:gd name="T40" fmla="*/ 176 w 197"/>
                <a:gd name="T41" fmla="*/ 5 h 150"/>
                <a:gd name="T42" fmla="*/ 182 w 197"/>
                <a:gd name="T43" fmla="*/ 4 h 150"/>
                <a:gd name="T44" fmla="*/ 184 w 197"/>
                <a:gd name="T45" fmla="*/ 13 h 150"/>
                <a:gd name="T46" fmla="*/ 157 w 197"/>
                <a:gd name="T47" fmla="*/ 39 h 150"/>
                <a:gd name="T48" fmla="*/ 166 w 197"/>
                <a:gd name="T49" fmla="*/ 29 h 150"/>
                <a:gd name="T50" fmla="*/ 190 w 197"/>
                <a:gd name="T51" fmla="*/ 34 h 150"/>
                <a:gd name="T52" fmla="*/ 184 w 197"/>
                <a:gd name="T53" fmla="*/ 50 h 150"/>
                <a:gd name="T54" fmla="*/ 182 w 197"/>
                <a:gd name="T55" fmla="*/ 54 h 150"/>
                <a:gd name="T56" fmla="*/ 182 w 197"/>
                <a:gd name="T57" fmla="*/ 93 h 150"/>
                <a:gd name="T58" fmla="*/ 173 w 197"/>
                <a:gd name="T59" fmla="*/ 107 h 150"/>
                <a:gd name="T60" fmla="*/ 173 w 197"/>
                <a:gd name="T61" fmla="*/ 107 h 150"/>
                <a:gd name="T62" fmla="*/ 172 w 197"/>
                <a:gd name="T63" fmla="*/ 107 h 150"/>
                <a:gd name="T64" fmla="*/ 158 w 197"/>
                <a:gd name="T65" fmla="*/ 113 h 150"/>
                <a:gd name="T66" fmla="*/ 158 w 197"/>
                <a:gd name="T67" fmla="*/ 58 h 150"/>
                <a:gd name="T68" fmla="*/ 157 w 197"/>
                <a:gd name="T69" fmla="*/ 58 h 150"/>
                <a:gd name="T70" fmla="*/ 139 w 197"/>
                <a:gd name="T71" fmla="*/ 89 h 150"/>
                <a:gd name="T72" fmla="*/ 124 w 197"/>
                <a:gd name="T73" fmla="*/ 80 h 150"/>
                <a:gd name="T74" fmla="*/ 128 w 197"/>
                <a:gd name="T75" fmla="*/ 76 h 150"/>
                <a:gd name="T76" fmla="*/ 130 w 197"/>
                <a:gd name="T77" fmla="*/ 45 h 150"/>
                <a:gd name="T78" fmla="*/ 111 w 197"/>
                <a:gd name="T79" fmla="*/ 64 h 150"/>
                <a:gd name="T80" fmla="*/ 102 w 197"/>
                <a:gd name="T81" fmla="*/ 70 h 150"/>
                <a:gd name="T82" fmla="*/ 97 w 197"/>
                <a:gd name="T83" fmla="*/ 91 h 150"/>
                <a:gd name="T84" fmla="*/ 92 w 197"/>
                <a:gd name="T85" fmla="*/ 101 h 150"/>
                <a:gd name="T86" fmla="*/ 91 w 197"/>
                <a:gd name="T87" fmla="*/ 102 h 150"/>
                <a:gd name="T88" fmla="*/ 74 w 197"/>
                <a:gd name="T89" fmla="*/ 110 h 150"/>
                <a:gd name="T90" fmla="*/ 74 w 197"/>
                <a:gd name="T91" fmla="*/ 107 h 150"/>
                <a:gd name="T92" fmla="*/ 82 w 197"/>
                <a:gd name="T93" fmla="*/ 85 h 150"/>
                <a:gd name="T94" fmla="*/ 63 w 197"/>
                <a:gd name="T95" fmla="*/ 94 h 150"/>
                <a:gd name="T96" fmla="*/ 53 w 197"/>
                <a:gd name="T97" fmla="*/ 91 h 150"/>
                <a:gd name="T98" fmla="*/ 52 w 197"/>
                <a:gd name="T99" fmla="*/ 90 h 150"/>
                <a:gd name="T100" fmla="*/ 48 w 197"/>
                <a:gd name="T101" fmla="*/ 88 h 150"/>
                <a:gd name="T102" fmla="*/ 44 w 197"/>
                <a:gd name="T103" fmla="*/ 100 h 150"/>
                <a:gd name="T104" fmla="*/ 27 w 197"/>
                <a:gd name="T105" fmla="*/ 147 h 150"/>
                <a:gd name="T106" fmla="*/ 20 w 197"/>
                <a:gd name="T107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50">
                  <a:moveTo>
                    <a:pt x="20" y="150"/>
                  </a:moveTo>
                  <a:cubicBezTo>
                    <a:pt x="9" y="146"/>
                    <a:pt x="0" y="124"/>
                    <a:pt x="13" y="119"/>
                  </a:cubicBezTo>
                  <a:cubicBezTo>
                    <a:pt x="13" y="117"/>
                    <a:pt x="15" y="115"/>
                    <a:pt x="17" y="114"/>
                  </a:cubicBezTo>
                  <a:cubicBezTo>
                    <a:pt x="17" y="114"/>
                    <a:pt x="17" y="113"/>
                    <a:pt x="17" y="113"/>
                  </a:cubicBezTo>
                  <a:cubicBezTo>
                    <a:pt x="27" y="103"/>
                    <a:pt x="35" y="88"/>
                    <a:pt x="44" y="77"/>
                  </a:cubicBezTo>
                  <a:cubicBezTo>
                    <a:pt x="46" y="72"/>
                    <a:pt x="47" y="68"/>
                    <a:pt x="52" y="67"/>
                  </a:cubicBezTo>
                  <a:cubicBezTo>
                    <a:pt x="55" y="69"/>
                    <a:pt x="54" y="74"/>
                    <a:pt x="53" y="78"/>
                  </a:cubicBezTo>
                  <a:cubicBezTo>
                    <a:pt x="54" y="79"/>
                    <a:pt x="58" y="78"/>
                    <a:pt x="60" y="77"/>
                  </a:cubicBezTo>
                  <a:cubicBezTo>
                    <a:pt x="68" y="71"/>
                    <a:pt x="78" y="65"/>
                    <a:pt x="85" y="58"/>
                  </a:cubicBezTo>
                  <a:cubicBezTo>
                    <a:pt x="86" y="55"/>
                    <a:pt x="86" y="52"/>
                    <a:pt x="87" y="48"/>
                  </a:cubicBezTo>
                  <a:cubicBezTo>
                    <a:pt x="81" y="50"/>
                    <a:pt x="64" y="54"/>
                    <a:pt x="68" y="44"/>
                  </a:cubicBezTo>
                  <a:cubicBezTo>
                    <a:pt x="75" y="41"/>
                    <a:pt x="84" y="36"/>
                    <a:pt x="88" y="29"/>
                  </a:cubicBezTo>
                  <a:cubicBezTo>
                    <a:pt x="90" y="22"/>
                    <a:pt x="89" y="14"/>
                    <a:pt x="92" y="9"/>
                  </a:cubicBezTo>
                  <a:cubicBezTo>
                    <a:pt x="99" y="5"/>
                    <a:pt x="108" y="14"/>
                    <a:pt x="109" y="22"/>
                  </a:cubicBezTo>
                  <a:cubicBezTo>
                    <a:pt x="112" y="27"/>
                    <a:pt x="121" y="21"/>
                    <a:pt x="110" y="37"/>
                  </a:cubicBezTo>
                  <a:cubicBezTo>
                    <a:pt x="108" y="39"/>
                    <a:pt x="108" y="42"/>
                    <a:pt x="108" y="46"/>
                  </a:cubicBezTo>
                  <a:cubicBezTo>
                    <a:pt x="109" y="46"/>
                    <a:pt x="110" y="46"/>
                    <a:pt x="111" y="46"/>
                  </a:cubicBezTo>
                  <a:cubicBezTo>
                    <a:pt x="117" y="41"/>
                    <a:pt x="124" y="36"/>
                    <a:pt x="131" y="32"/>
                  </a:cubicBezTo>
                  <a:cubicBezTo>
                    <a:pt x="133" y="22"/>
                    <a:pt x="135" y="14"/>
                    <a:pt x="140" y="5"/>
                  </a:cubicBezTo>
                  <a:cubicBezTo>
                    <a:pt x="147" y="0"/>
                    <a:pt x="156" y="5"/>
                    <a:pt x="163" y="11"/>
                  </a:cubicBezTo>
                  <a:cubicBezTo>
                    <a:pt x="168" y="11"/>
                    <a:pt x="172" y="8"/>
                    <a:pt x="176" y="5"/>
                  </a:cubicBezTo>
                  <a:cubicBezTo>
                    <a:pt x="178" y="4"/>
                    <a:pt x="178" y="4"/>
                    <a:pt x="182" y="4"/>
                  </a:cubicBezTo>
                  <a:cubicBezTo>
                    <a:pt x="183" y="7"/>
                    <a:pt x="184" y="9"/>
                    <a:pt x="184" y="13"/>
                  </a:cubicBezTo>
                  <a:cubicBezTo>
                    <a:pt x="181" y="24"/>
                    <a:pt x="151" y="27"/>
                    <a:pt x="157" y="39"/>
                  </a:cubicBezTo>
                  <a:cubicBezTo>
                    <a:pt x="162" y="39"/>
                    <a:pt x="164" y="33"/>
                    <a:pt x="166" y="29"/>
                  </a:cubicBezTo>
                  <a:cubicBezTo>
                    <a:pt x="171" y="26"/>
                    <a:pt x="184" y="30"/>
                    <a:pt x="190" y="34"/>
                  </a:cubicBezTo>
                  <a:cubicBezTo>
                    <a:pt x="197" y="42"/>
                    <a:pt x="192" y="45"/>
                    <a:pt x="184" y="50"/>
                  </a:cubicBezTo>
                  <a:cubicBezTo>
                    <a:pt x="183" y="52"/>
                    <a:pt x="183" y="53"/>
                    <a:pt x="182" y="54"/>
                  </a:cubicBezTo>
                  <a:cubicBezTo>
                    <a:pt x="181" y="70"/>
                    <a:pt x="181" y="70"/>
                    <a:pt x="182" y="93"/>
                  </a:cubicBezTo>
                  <a:cubicBezTo>
                    <a:pt x="179" y="99"/>
                    <a:pt x="177" y="102"/>
                    <a:pt x="173" y="107"/>
                  </a:cubicBezTo>
                  <a:cubicBezTo>
                    <a:pt x="173" y="107"/>
                    <a:pt x="173" y="107"/>
                    <a:pt x="173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69" y="112"/>
                    <a:pt x="162" y="117"/>
                    <a:pt x="158" y="113"/>
                  </a:cubicBezTo>
                  <a:cubicBezTo>
                    <a:pt x="158" y="94"/>
                    <a:pt x="159" y="75"/>
                    <a:pt x="158" y="58"/>
                  </a:cubicBezTo>
                  <a:cubicBezTo>
                    <a:pt x="158" y="58"/>
                    <a:pt x="157" y="58"/>
                    <a:pt x="157" y="58"/>
                  </a:cubicBezTo>
                  <a:cubicBezTo>
                    <a:pt x="156" y="67"/>
                    <a:pt x="147" y="84"/>
                    <a:pt x="139" y="89"/>
                  </a:cubicBezTo>
                  <a:cubicBezTo>
                    <a:pt x="132" y="90"/>
                    <a:pt x="126" y="86"/>
                    <a:pt x="124" y="80"/>
                  </a:cubicBezTo>
                  <a:cubicBezTo>
                    <a:pt x="125" y="78"/>
                    <a:pt x="126" y="77"/>
                    <a:pt x="128" y="76"/>
                  </a:cubicBezTo>
                  <a:cubicBezTo>
                    <a:pt x="132" y="68"/>
                    <a:pt x="130" y="53"/>
                    <a:pt x="130" y="45"/>
                  </a:cubicBezTo>
                  <a:cubicBezTo>
                    <a:pt x="125" y="46"/>
                    <a:pt x="115" y="59"/>
                    <a:pt x="111" y="64"/>
                  </a:cubicBezTo>
                  <a:cubicBezTo>
                    <a:pt x="108" y="66"/>
                    <a:pt x="105" y="68"/>
                    <a:pt x="102" y="70"/>
                  </a:cubicBezTo>
                  <a:cubicBezTo>
                    <a:pt x="100" y="77"/>
                    <a:pt x="98" y="84"/>
                    <a:pt x="97" y="91"/>
                  </a:cubicBezTo>
                  <a:cubicBezTo>
                    <a:pt x="95" y="95"/>
                    <a:pt x="93" y="98"/>
                    <a:pt x="92" y="101"/>
                  </a:cubicBezTo>
                  <a:cubicBezTo>
                    <a:pt x="91" y="101"/>
                    <a:pt x="91" y="101"/>
                    <a:pt x="91" y="102"/>
                  </a:cubicBezTo>
                  <a:cubicBezTo>
                    <a:pt x="88" y="106"/>
                    <a:pt x="80" y="118"/>
                    <a:pt x="74" y="110"/>
                  </a:cubicBezTo>
                  <a:cubicBezTo>
                    <a:pt x="74" y="109"/>
                    <a:pt x="74" y="108"/>
                    <a:pt x="74" y="107"/>
                  </a:cubicBezTo>
                  <a:cubicBezTo>
                    <a:pt x="79" y="101"/>
                    <a:pt x="82" y="92"/>
                    <a:pt x="82" y="85"/>
                  </a:cubicBezTo>
                  <a:cubicBezTo>
                    <a:pt x="75" y="87"/>
                    <a:pt x="70" y="94"/>
                    <a:pt x="63" y="94"/>
                  </a:cubicBezTo>
                  <a:cubicBezTo>
                    <a:pt x="59" y="93"/>
                    <a:pt x="55" y="92"/>
                    <a:pt x="53" y="91"/>
                  </a:cubicBezTo>
                  <a:cubicBezTo>
                    <a:pt x="53" y="90"/>
                    <a:pt x="53" y="90"/>
                    <a:pt x="52" y="90"/>
                  </a:cubicBezTo>
                  <a:cubicBezTo>
                    <a:pt x="51" y="89"/>
                    <a:pt x="49" y="87"/>
                    <a:pt x="48" y="88"/>
                  </a:cubicBezTo>
                  <a:cubicBezTo>
                    <a:pt x="47" y="91"/>
                    <a:pt x="45" y="96"/>
                    <a:pt x="44" y="100"/>
                  </a:cubicBezTo>
                  <a:cubicBezTo>
                    <a:pt x="37" y="115"/>
                    <a:pt x="32" y="130"/>
                    <a:pt x="27" y="147"/>
                  </a:cubicBezTo>
                  <a:cubicBezTo>
                    <a:pt x="24" y="149"/>
                    <a:pt x="23" y="150"/>
                    <a:pt x="20" y="15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83">
              <a:extLst>
                <a:ext uri="{FF2B5EF4-FFF2-40B4-BE49-F238E27FC236}">
                  <a16:creationId xmlns:a16="http://schemas.microsoft.com/office/drawing/2014/main" id="{4AC02DF5-F283-49BB-8E72-C9328F2686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1" y="757"/>
              <a:ext cx="37" cy="49"/>
            </a:xfrm>
            <a:custGeom>
              <a:avLst/>
              <a:gdLst>
                <a:gd name="T0" fmla="*/ 5 w 30"/>
                <a:gd name="T1" fmla="*/ 39 h 39"/>
                <a:gd name="T2" fmla="*/ 6 w 30"/>
                <a:gd name="T3" fmla="*/ 28 h 39"/>
                <a:gd name="T4" fmla="*/ 6 w 30"/>
                <a:gd name="T5" fmla="*/ 1 h 39"/>
                <a:gd name="T6" fmla="*/ 10 w 30"/>
                <a:gd name="T7" fmla="*/ 0 h 39"/>
                <a:gd name="T8" fmla="*/ 25 w 30"/>
                <a:gd name="T9" fmla="*/ 17 h 39"/>
                <a:gd name="T10" fmla="*/ 5 w 30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9">
                  <a:moveTo>
                    <a:pt x="5" y="39"/>
                  </a:moveTo>
                  <a:cubicBezTo>
                    <a:pt x="3" y="35"/>
                    <a:pt x="6" y="31"/>
                    <a:pt x="6" y="28"/>
                  </a:cubicBezTo>
                  <a:cubicBezTo>
                    <a:pt x="3" y="17"/>
                    <a:pt x="0" y="9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4" y="4"/>
                    <a:pt x="21" y="11"/>
                    <a:pt x="25" y="17"/>
                  </a:cubicBezTo>
                  <a:cubicBezTo>
                    <a:pt x="30" y="29"/>
                    <a:pt x="14" y="35"/>
                    <a:pt x="5" y="39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84">
              <a:extLst>
                <a:ext uri="{FF2B5EF4-FFF2-40B4-BE49-F238E27FC236}">
                  <a16:creationId xmlns:a16="http://schemas.microsoft.com/office/drawing/2014/main" id="{9916BE3C-9CFD-4E8D-A180-F8DF74C6F4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708"/>
              <a:ext cx="46" cy="47"/>
            </a:xfrm>
            <a:custGeom>
              <a:avLst/>
              <a:gdLst>
                <a:gd name="T0" fmla="*/ 7 w 37"/>
                <a:gd name="T1" fmla="*/ 38 h 38"/>
                <a:gd name="T2" fmla="*/ 4 w 37"/>
                <a:gd name="T3" fmla="*/ 36 h 38"/>
                <a:gd name="T4" fmla="*/ 6 w 37"/>
                <a:gd name="T5" fmla="*/ 29 h 38"/>
                <a:gd name="T6" fmla="*/ 11 w 37"/>
                <a:gd name="T7" fmla="*/ 0 h 38"/>
                <a:gd name="T8" fmla="*/ 16 w 37"/>
                <a:gd name="T9" fmla="*/ 7 h 38"/>
                <a:gd name="T10" fmla="*/ 24 w 37"/>
                <a:gd name="T11" fmla="*/ 32 h 38"/>
                <a:gd name="T12" fmla="*/ 7 w 3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8">
                  <a:moveTo>
                    <a:pt x="7" y="38"/>
                  </a:moveTo>
                  <a:cubicBezTo>
                    <a:pt x="5" y="37"/>
                    <a:pt x="5" y="37"/>
                    <a:pt x="4" y="36"/>
                  </a:cubicBezTo>
                  <a:cubicBezTo>
                    <a:pt x="6" y="33"/>
                    <a:pt x="7" y="32"/>
                    <a:pt x="6" y="29"/>
                  </a:cubicBezTo>
                  <a:cubicBezTo>
                    <a:pt x="0" y="20"/>
                    <a:pt x="0" y="5"/>
                    <a:pt x="11" y="0"/>
                  </a:cubicBezTo>
                  <a:cubicBezTo>
                    <a:pt x="14" y="0"/>
                    <a:pt x="15" y="3"/>
                    <a:pt x="16" y="7"/>
                  </a:cubicBezTo>
                  <a:cubicBezTo>
                    <a:pt x="23" y="14"/>
                    <a:pt x="37" y="23"/>
                    <a:pt x="24" y="32"/>
                  </a:cubicBezTo>
                  <a:cubicBezTo>
                    <a:pt x="18" y="35"/>
                    <a:pt x="13" y="36"/>
                    <a:pt x="7" y="38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85">
              <a:extLst>
                <a:ext uri="{FF2B5EF4-FFF2-40B4-BE49-F238E27FC236}">
                  <a16:creationId xmlns:a16="http://schemas.microsoft.com/office/drawing/2014/main" id="{88769C33-8DE2-46FA-AE8E-1223ED2C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7" y="765"/>
              <a:ext cx="26" cy="39"/>
            </a:xfrm>
            <a:custGeom>
              <a:avLst/>
              <a:gdLst>
                <a:gd name="T0" fmla="*/ 10 w 21"/>
                <a:gd name="T1" fmla="*/ 31 h 31"/>
                <a:gd name="T2" fmla="*/ 3 w 21"/>
                <a:gd name="T3" fmla="*/ 4 h 31"/>
                <a:gd name="T4" fmla="*/ 21 w 21"/>
                <a:gd name="T5" fmla="*/ 18 h 31"/>
                <a:gd name="T6" fmla="*/ 10 w 2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1">
                  <a:moveTo>
                    <a:pt x="10" y="31"/>
                  </a:moveTo>
                  <a:cubicBezTo>
                    <a:pt x="0" y="27"/>
                    <a:pt x="2" y="11"/>
                    <a:pt x="3" y="4"/>
                  </a:cubicBezTo>
                  <a:cubicBezTo>
                    <a:pt x="11" y="0"/>
                    <a:pt x="20" y="9"/>
                    <a:pt x="21" y="18"/>
                  </a:cubicBezTo>
                  <a:cubicBezTo>
                    <a:pt x="19" y="27"/>
                    <a:pt x="19" y="29"/>
                    <a:pt x="10" y="3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86">
              <a:extLst>
                <a:ext uri="{FF2B5EF4-FFF2-40B4-BE49-F238E27FC236}">
                  <a16:creationId xmlns:a16="http://schemas.microsoft.com/office/drawing/2014/main" id="{0CE95D69-B4C5-4145-932B-021143A6B2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57" y="673"/>
              <a:ext cx="166" cy="224"/>
            </a:xfrm>
            <a:custGeom>
              <a:avLst/>
              <a:gdLst>
                <a:gd name="T0" fmla="*/ 71 w 134"/>
                <a:gd name="T1" fmla="*/ 180 h 180"/>
                <a:gd name="T2" fmla="*/ 34 w 134"/>
                <a:gd name="T3" fmla="*/ 173 h 180"/>
                <a:gd name="T4" fmla="*/ 56 w 134"/>
                <a:gd name="T5" fmla="*/ 148 h 180"/>
                <a:gd name="T6" fmla="*/ 0 w 134"/>
                <a:gd name="T7" fmla="*/ 147 h 180"/>
                <a:gd name="T8" fmla="*/ 56 w 134"/>
                <a:gd name="T9" fmla="*/ 124 h 180"/>
                <a:gd name="T10" fmla="*/ 75 w 134"/>
                <a:gd name="T11" fmla="*/ 108 h 180"/>
                <a:gd name="T12" fmla="*/ 91 w 134"/>
                <a:gd name="T13" fmla="*/ 96 h 180"/>
                <a:gd name="T14" fmla="*/ 32 w 134"/>
                <a:gd name="T15" fmla="*/ 119 h 180"/>
                <a:gd name="T16" fmla="*/ 34 w 134"/>
                <a:gd name="T17" fmla="*/ 108 h 180"/>
                <a:gd name="T18" fmla="*/ 73 w 134"/>
                <a:gd name="T19" fmla="*/ 81 h 180"/>
                <a:gd name="T20" fmla="*/ 71 w 134"/>
                <a:gd name="T21" fmla="*/ 78 h 180"/>
                <a:gd name="T22" fmla="*/ 39 w 134"/>
                <a:gd name="T23" fmla="*/ 93 h 180"/>
                <a:gd name="T24" fmla="*/ 27 w 134"/>
                <a:gd name="T25" fmla="*/ 61 h 180"/>
                <a:gd name="T26" fmla="*/ 33 w 134"/>
                <a:gd name="T27" fmla="*/ 44 h 180"/>
                <a:gd name="T28" fmla="*/ 46 w 134"/>
                <a:gd name="T29" fmla="*/ 56 h 180"/>
                <a:gd name="T30" fmla="*/ 60 w 134"/>
                <a:gd name="T31" fmla="*/ 66 h 180"/>
                <a:gd name="T32" fmla="*/ 68 w 134"/>
                <a:gd name="T33" fmla="*/ 55 h 180"/>
                <a:gd name="T34" fmla="*/ 64 w 134"/>
                <a:gd name="T35" fmla="*/ 45 h 180"/>
                <a:gd name="T36" fmla="*/ 84 w 134"/>
                <a:gd name="T37" fmla="*/ 25 h 180"/>
                <a:gd name="T38" fmla="*/ 111 w 134"/>
                <a:gd name="T39" fmla="*/ 20 h 180"/>
                <a:gd name="T40" fmla="*/ 110 w 134"/>
                <a:gd name="T41" fmla="*/ 29 h 180"/>
                <a:gd name="T42" fmla="*/ 132 w 134"/>
                <a:gd name="T43" fmla="*/ 44 h 180"/>
                <a:gd name="T44" fmla="*/ 115 w 134"/>
                <a:gd name="T45" fmla="*/ 77 h 180"/>
                <a:gd name="T46" fmla="*/ 120 w 134"/>
                <a:gd name="T47" fmla="*/ 94 h 180"/>
                <a:gd name="T48" fmla="*/ 78 w 134"/>
                <a:gd name="T49" fmla="*/ 114 h 180"/>
                <a:gd name="T50" fmla="*/ 92 w 134"/>
                <a:gd name="T51" fmla="*/ 119 h 180"/>
                <a:gd name="T52" fmla="*/ 81 w 134"/>
                <a:gd name="T53" fmla="*/ 140 h 180"/>
                <a:gd name="T54" fmla="*/ 72 w 134"/>
                <a:gd name="T55" fmla="*/ 180 h 180"/>
                <a:gd name="T56" fmla="*/ 106 w 134"/>
                <a:gd name="T57" fmla="*/ 53 h 180"/>
                <a:gd name="T58" fmla="*/ 87 w 134"/>
                <a:gd name="T59" fmla="*/ 59 h 180"/>
                <a:gd name="T60" fmla="*/ 87 w 134"/>
                <a:gd name="T61" fmla="*/ 60 h 180"/>
                <a:gd name="T62" fmla="*/ 92 w 134"/>
                <a:gd name="T63" fmla="*/ 58 h 180"/>
                <a:gd name="T64" fmla="*/ 99 w 134"/>
                <a:gd name="T65" fmla="*/ 6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" h="180">
                  <a:moveTo>
                    <a:pt x="72" y="180"/>
                  </a:moveTo>
                  <a:cubicBezTo>
                    <a:pt x="71" y="180"/>
                    <a:pt x="71" y="180"/>
                    <a:pt x="71" y="180"/>
                  </a:cubicBezTo>
                  <a:cubicBezTo>
                    <a:pt x="58" y="180"/>
                    <a:pt x="46" y="179"/>
                    <a:pt x="34" y="175"/>
                  </a:cubicBezTo>
                  <a:cubicBezTo>
                    <a:pt x="34" y="174"/>
                    <a:pt x="34" y="174"/>
                    <a:pt x="34" y="173"/>
                  </a:cubicBezTo>
                  <a:cubicBezTo>
                    <a:pt x="41" y="169"/>
                    <a:pt x="50" y="170"/>
                    <a:pt x="55" y="163"/>
                  </a:cubicBezTo>
                  <a:cubicBezTo>
                    <a:pt x="56" y="157"/>
                    <a:pt x="57" y="152"/>
                    <a:pt x="56" y="148"/>
                  </a:cubicBezTo>
                  <a:cubicBezTo>
                    <a:pt x="43" y="148"/>
                    <a:pt x="37" y="157"/>
                    <a:pt x="27" y="161"/>
                  </a:cubicBezTo>
                  <a:cubicBezTo>
                    <a:pt x="18" y="162"/>
                    <a:pt x="3" y="154"/>
                    <a:pt x="0" y="147"/>
                  </a:cubicBezTo>
                  <a:cubicBezTo>
                    <a:pt x="0" y="136"/>
                    <a:pt x="3" y="141"/>
                    <a:pt x="14" y="140"/>
                  </a:cubicBezTo>
                  <a:cubicBezTo>
                    <a:pt x="28" y="138"/>
                    <a:pt x="43" y="130"/>
                    <a:pt x="56" y="124"/>
                  </a:cubicBezTo>
                  <a:cubicBezTo>
                    <a:pt x="59" y="121"/>
                    <a:pt x="59" y="121"/>
                    <a:pt x="61" y="121"/>
                  </a:cubicBezTo>
                  <a:cubicBezTo>
                    <a:pt x="64" y="112"/>
                    <a:pt x="66" y="110"/>
                    <a:pt x="75" y="108"/>
                  </a:cubicBezTo>
                  <a:cubicBezTo>
                    <a:pt x="79" y="106"/>
                    <a:pt x="79" y="106"/>
                    <a:pt x="90" y="100"/>
                  </a:cubicBezTo>
                  <a:cubicBezTo>
                    <a:pt x="90" y="99"/>
                    <a:pt x="91" y="98"/>
                    <a:pt x="91" y="96"/>
                  </a:cubicBezTo>
                  <a:cubicBezTo>
                    <a:pt x="74" y="98"/>
                    <a:pt x="61" y="112"/>
                    <a:pt x="48" y="121"/>
                  </a:cubicBezTo>
                  <a:cubicBezTo>
                    <a:pt x="41" y="122"/>
                    <a:pt x="36" y="121"/>
                    <a:pt x="32" y="119"/>
                  </a:cubicBezTo>
                  <a:cubicBezTo>
                    <a:pt x="29" y="120"/>
                    <a:pt x="12" y="123"/>
                    <a:pt x="20" y="116"/>
                  </a:cubicBezTo>
                  <a:cubicBezTo>
                    <a:pt x="25" y="114"/>
                    <a:pt x="29" y="111"/>
                    <a:pt x="34" y="108"/>
                  </a:cubicBezTo>
                  <a:cubicBezTo>
                    <a:pt x="47" y="100"/>
                    <a:pt x="61" y="93"/>
                    <a:pt x="74" y="85"/>
                  </a:cubicBezTo>
                  <a:cubicBezTo>
                    <a:pt x="74" y="83"/>
                    <a:pt x="73" y="82"/>
                    <a:pt x="73" y="81"/>
                  </a:cubicBezTo>
                  <a:cubicBezTo>
                    <a:pt x="73" y="79"/>
                    <a:pt x="74" y="77"/>
                    <a:pt x="74" y="75"/>
                  </a:cubicBezTo>
                  <a:cubicBezTo>
                    <a:pt x="72" y="76"/>
                    <a:pt x="71" y="76"/>
                    <a:pt x="71" y="78"/>
                  </a:cubicBezTo>
                  <a:cubicBezTo>
                    <a:pt x="63" y="81"/>
                    <a:pt x="59" y="88"/>
                    <a:pt x="53" y="81"/>
                  </a:cubicBezTo>
                  <a:cubicBezTo>
                    <a:pt x="51" y="88"/>
                    <a:pt x="46" y="93"/>
                    <a:pt x="39" y="93"/>
                  </a:cubicBezTo>
                  <a:cubicBezTo>
                    <a:pt x="32" y="89"/>
                    <a:pt x="32" y="77"/>
                    <a:pt x="31" y="72"/>
                  </a:cubicBezTo>
                  <a:cubicBezTo>
                    <a:pt x="30" y="71"/>
                    <a:pt x="29" y="67"/>
                    <a:pt x="27" y="61"/>
                  </a:cubicBezTo>
                  <a:cubicBezTo>
                    <a:pt x="24" y="55"/>
                    <a:pt x="18" y="47"/>
                    <a:pt x="22" y="42"/>
                  </a:cubicBezTo>
                  <a:cubicBezTo>
                    <a:pt x="27" y="38"/>
                    <a:pt x="29" y="37"/>
                    <a:pt x="33" y="44"/>
                  </a:cubicBezTo>
                  <a:cubicBezTo>
                    <a:pt x="37" y="47"/>
                    <a:pt x="42" y="51"/>
                    <a:pt x="45" y="56"/>
                  </a:cubicBezTo>
                  <a:cubicBezTo>
                    <a:pt x="45" y="56"/>
                    <a:pt x="46" y="56"/>
                    <a:pt x="46" y="56"/>
                  </a:cubicBezTo>
                  <a:cubicBezTo>
                    <a:pt x="48" y="62"/>
                    <a:pt x="54" y="69"/>
                    <a:pt x="53" y="77"/>
                  </a:cubicBezTo>
                  <a:cubicBezTo>
                    <a:pt x="57" y="75"/>
                    <a:pt x="62" y="71"/>
                    <a:pt x="60" y="66"/>
                  </a:cubicBezTo>
                  <a:cubicBezTo>
                    <a:pt x="53" y="63"/>
                    <a:pt x="57" y="57"/>
                    <a:pt x="61" y="55"/>
                  </a:cubicBezTo>
                  <a:cubicBezTo>
                    <a:pt x="64" y="55"/>
                    <a:pt x="64" y="55"/>
                    <a:pt x="68" y="55"/>
                  </a:cubicBezTo>
                  <a:cubicBezTo>
                    <a:pt x="68" y="53"/>
                    <a:pt x="68" y="53"/>
                    <a:pt x="67" y="52"/>
                  </a:cubicBezTo>
                  <a:cubicBezTo>
                    <a:pt x="62" y="50"/>
                    <a:pt x="63" y="49"/>
                    <a:pt x="64" y="45"/>
                  </a:cubicBezTo>
                  <a:cubicBezTo>
                    <a:pt x="58" y="43"/>
                    <a:pt x="56" y="37"/>
                    <a:pt x="58" y="32"/>
                  </a:cubicBezTo>
                  <a:cubicBezTo>
                    <a:pt x="76" y="28"/>
                    <a:pt x="76" y="28"/>
                    <a:pt x="84" y="25"/>
                  </a:cubicBezTo>
                  <a:cubicBezTo>
                    <a:pt x="89" y="19"/>
                    <a:pt x="95" y="0"/>
                    <a:pt x="106" y="4"/>
                  </a:cubicBezTo>
                  <a:cubicBezTo>
                    <a:pt x="109" y="7"/>
                    <a:pt x="111" y="14"/>
                    <a:pt x="111" y="20"/>
                  </a:cubicBezTo>
                  <a:cubicBezTo>
                    <a:pt x="109" y="23"/>
                    <a:pt x="107" y="25"/>
                    <a:pt x="107" y="28"/>
                  </a:cubicBezTo>
                  <a:cubicBezTo>
                    <a:pt x="108" y="28"/>
                    <a:pt x="109" y="28"/>
                    <a:pt x="110" y="29"/>
                  </a:cubicBezTo>
                  <a:cubicBezTo>
                    <a:pt x="117" y="25"/>
                    <a:pt x="121" y="21"/>
                    <a:pt x="125" y="31"/>
                  </a:cubicBezTo>
                  <a:cubicBezTo>
                    <a:pt x="132" y="35"/>
                    <a:pt x="134" y="34"/>
                    <a:pt x="132" y="44"/>
                  </a:cubicBezTo>
                  <a:cubicBezTo>
                    <a:pt x="127" y="55"/>
                    <a:pt x="121" y="66"/>
                    <a:pt x="115" y="76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7" y="77"/>
                    <a:pt x="118" y="78"/>
                    <a:pt x="119" y="78"/>
                  </a:cubicBezTo>
                  <a:cubicBezTo>
                    <a:pt x="120" y="83"/>
                    <a:pt x="120" y="88"/>
                    <a:pt x="120" y="94"/>
                  </a:cubicBezTo>
                  <a:cubicBezTo>
                    <a:pt x="116" y="100"/>
                    <a:pt x="110" y="100"/>
                    <a:pt x="103" y="101"/>
                  </a:cubicBezTo>
                  <a:cubicBezTo>
                    <a:pt x="94" y="106"/>
                    <a:pt x="86" y="109"/>
                    <a:pt x="78" y="114"/>
                  </a:cubicBezTo>
                  <a:cubicBezTo>
                    <a:pt x="78" y="116"/>
                    <a:pt x="78" y="118"/>
                    <a:pt x="79" y="120"/>
                  </a:cubicBezTo>
                  <a:cubicBezTo>
                    <a:pt x="83" y="120"/>
                    <a:pt x="87" y="120"/>
                    <a:pt x="92" y="119"/>
                  </a:cubicBezTo>
                  <a:cubicBezTo>
                    <a:pt x="96" y="123"/>
                    <a:pt x="96" y="131"/>
                    <a:pt x="93" y="136"/>
                  </a:cubicBezTo>
                  <a:cubicBezTo>
                    <a:pt x="88" y="137"/>
                    <a:pt x="85" y="138"/>
                    <a:pt x="81" y="140"/>
                  </a:cubicBezTo>
                  <a:cubicBezTo>
                    <a:pt x="81" y="142"/>
                    <a:pt x="81" y="144"/>
                    <a:pt x="80" y="147"/>
                  </a:cubicBezTo>
                  <a:cubicBezTo>
                    <a:pt x="81" y="156"/>
                    <a:pt x="85" y="178"/>
                    <a:pt x="72" y="180"/>
                  </a:cubicBezTo>
                  <a:moveTo>
                    <a:pt x="99" y="67"/>
                  </a:moveTo>
                  <a:cubicBezTo>
                    <a:pt x="103" y="63"/>
                    <a:pt x="106" y="58"/>
                    <a:pt x="106" y="53"/>
                  </a:cubicBezTo>
                  <a:cubicBezTo>
                    <a:pt x="102" y="49"/>
                    <a:pt x="96" y="49"/>
                    <a:pt x="92" y="49"/>
                  </a:cubicBezTo>
                  <a:cubicBezTo>
                    <a:pt x="92" y="51"/>
                    <a:pt x="92" y="51"/>
                    <a:pt x="87" y="59"/>
                  </a:cubicBezTo>
                  <a:cubicBezTo>
                    <a:pt x="88" y="59"/>
                    <a:pt x="88" y="59"/>
                    <a:pt x="89" y="59"/>
                  </a:cubicBezTo>
                  <a:cubicBezTo>
                    <a:pt x="88" y="60"/>
                    <a:pt x="88" y="60"/>
                    <a:pt x="87" y="60"/>
                  </a:cubicBezTo>
                  <a:cubicBezTo>
                    <a:pt x="87" y="60"/>
                    <a:pt x="88" y="60"/>
                    <a:pt x="88" y="61"/>
                  </a:cubicBezTo>
                  <a:cubicBezTo>
                    <a:pt x="90" y="61"/>
                    <a:pt x="91" y="59"/>
                    <a:pt x="92" y="58"/>
                  </a:cubicBezTo>
                  <a:cubicBezTo>
                    <a:pt x="98" y="57"/>
                    <a:pt x="98" y="59"/>
                    <a:pt x="98" y="67"/>
                  </a:cubicBezTo>
                  <a:cubicBezTo>
                    <a:pt x="98" y="67"/>
                    <a:pt x="98" y="67"/>
                    <a:pt x="99" y="6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87">
              <a:extLst>
                <a:ext uri="{FF2B5EF4-FFF2-40B4-BE49-F238E27FC236}">
                  <a16:creationId xmlns:a16="http://schemas.microsoft.com/office/drawing/2014/main" id="{43B13C19-FB89-4EED-81C6-3D2C2608D4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5" y="933"/>
              <a:ext cx="31" cy="40"/>
            </a:xfrm>
            <a:custGeom>
              <a:avLst/>
              <a:gdLst>
                <a:gd name="T0" fmla="*/ 0 w 31"/>
                <a:gd name="T1" fmla="*/ 35 h 40"/>
                <a:gd name="T2" fmla="*/ 24 w 31"/>
                <a:gd name="T3" fmla="*/ 5 h 40"/>
                <a:gd name="T4" fmla="*/ 2 w 31"/>
                <a:gd name="T5" fmla="*/ 5 h 40"/>
                <a:gd name="T6" fmla="*/ 2 w 31"/>
                <a:gd name="T7" fmla="*/ 3 h 40"/>
                <a:gd name="T8" fmla="*/ 2 w 31"/>
                <a:gd name="T9" fmla="*/ 0 h 40"/>
                <a:gd name="T10" fmla="*/ 31 w 31"/>
                <a:gd name="T11" fmla="*/ 0 h 40"/>
                <a:gd name="T12" fmla="*/ 31 w 31"/>
                <a:gd name="T13" fmla="*/ 3 h 40"/>
                <a:gd name="T14" fmla="*/ 31 w 31"/>
                <a:gd name="T15" fmla="*/ 5 h 40"/>
                <a:gd name="T16" fmla="*/ 6 w 31"/>
                <a:gd name="T17" fmla="*/ 35 h 40"/>
                <a:gd name="T18" fmla="*/ 31 w 31"/>
                <a:gd name="T19" fmla="*/ 35 h 40"/>
                <a:gd name="T20" fmla="*/ 31 w 31"/>
                <a:gd name="T21" fmla="*/ 37 h 40"/>
                <a:gd name="T22" fmla="*/ 31 w 31"/>
                <a:gd name="T23" fmla="*/ 40 h 40"/>
                <a:gd name="T24" fmla="*/ 0 w 31"/>
                <a:gd name="T25" fmla="*/ 40 h 40"/>
                <a:gd name="T26" fmla="*/ 0 w 31"/>
                <a:gd name="T27" fmla="*/ 37 h 40"/>
                <a:gd name="T28" fmla="*/ 0 w 31"/>
                <a:gd name="T29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0" y="35"/>
                  </a:moveTo>
                  <a:lnTo>
                    <a:pt x="24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6" y="35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88">
              <a:extLst>
                <a:ext uri="{FF2B5EF4-FFF2-40B4-BE49-F238E27FC236}">
                  <a16:creationId xmlns:a16="http://schemas.microsoft.com/office/drawing/2014/main" id="{8A91F156-A29E-472C-94F4-CE256BA0D5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933"/>
              <a:ext cx="31" cy="40"/>
            </a:xfrm>
            <a:custGeom>
              <a:avLst/>
              <a:gdLst>
                <a:gd name="T0" fmla="*/ 0 w 31"/>
                <a:gd name="T1" fmla="*/ 0 h 40"/>
                <a:gd name="T2" fmla="*/ 2 w 31"/>
                <a:gd name="T3" fmla="*/ 0 h 40"/>
                <a:gd name="T4" fmla="*/ 5 w 31"/>
                <a:gd name="T5" fmla="*/ 0 h 40"/>
                <a:gd name="T6" fmla="*/ 5 w 31"/>
                <a:gd name="T7" fmla="*/ 16 h 40"/>
                <a:gd name="T8" fmla="*/ 26 w 31"/>
                <a:gd name="T9" fmla="*/ 16 h 40"/>
                <a:gd name="T10" fmla="*/ 26 w 31"/>
                <a:gd name="T11" fmla="*/ 0 h 40"/>
                <a:gd name="T12" fmla="*/ 28 w 31"/>
                <a:gd name="T13" fmla="*/ 0 h 40"/>
                <a:gd name="T14" fmla="*/ 31 w 31"/>
                <a:gd name="T15" fmla="*/ 0 h 40"/>
                <a:gd name="T16" fmla="*/ 31 w 31"/>
                <a:gd name="T17" fmla="*/ 40 h 40"/>
                <a:gd name="T18" fmla="*/ 28 w 31"/>
                <a:gd name="T19" fmla="*/ 40 h 40"/>
                <a:gd name="T20" fmla="*/ 26 w 31"/>
                <a:gd name="T21" fmla="*/ 40 h 40"/>
                <a:gd name="T22" fmla="*/ 26 w 31"/>
                <a:gd name="T23" fmla="*/ 21 h 40"/>
                <a:gd name="T24" fmla="*/ 5 w 31"/>
                <a:gd name="T25" fmla="*/ 21 h 40"/>
                <a:gd name="T26" fmla="*/ 5 w 31"/>
                <a:gd name="T27" fmla="*/ 40 h 40"/>
                <a:gd name="T28" fmla="*/ 2 w 31"/>
                <a:gd name="T29" fmla="*/ 40 h 40"/>
                <a:gd name="T30" fmla="*/ 0 w 31"/>
                <a:gd name="T31" fmla="*/ 40 h 40"/>
                <a:gd name="T32" fmla="*/ 0 w 31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16"/>
                  </a:lnTo>
                  <a:lnTo>
                    <a:pt x="26" y="16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21"/>
                  </a:lnTo>
                  <a:lnTo>
                    <a:pt x="5" y="2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89">
              <a:extLst>
                <a:ext uri="{FF2B5EF4-FFF2-40B4-BE49-F238E27FC236}">
                  <a16:creationId xmlns:a16="http://schemas.microsoft.com/office/drawing/2014/main" id="{D7807415-D02A-4C80-BD78-41B382E351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3" y="933"/>
              <a:ext cx="29" cy="40"/>
            </a:xfrm>
            <a:custGeom>
              <a:avLst/>
              <a:gdLst>
                <a:gd name="T0" fmla="*/ 0 w 29"/>
                <a:gd name="T1" fmla="*/ 40 h 40"/>
                <a:gd name="T2" fmla="*/ 0 w 29"/>
                <a:gd name="T3" fmla="*/ 0 h 40"/>
                <a:gd name="T4" fmla="*/ 29 w 29"/>
                <a:gd name="T5" fmla="*/ 0 h 40"/>
                <a:gd name="T6" fmla="*/ 29 w 29"/>
                <a:gd name="T7" fmla="*/ 3 h 40"/>
                <a:gd name="T8" fmla="*/ 29 w 29"/>
                <a:gd name="T9" fmla="*/ 5 h 40"/>
                <a:gd name="T10" fmla="*/ 6 w 29"/>
                <a:gd name="T11" fmla="*/ 5 h 40"/>
                <a:gd name="T12" fmla="*/ 6 w 29"/>
                <a:gd name="T13" fmla="*/ 16 h 40"/>
                <a:gd name="T14" fmla="*/ 27 w 29"/>
                <a:gd name="T15" fmla="*/ 16 h 40"/>
                <a:gd name="T16" fmla="*/ 27 w 29"/>
                <a:gd name="T17" fmla="*/ 19 h 40"/>
                <a:gd name="T18" fmla="*/ 27 w 29"/>
                <a:gd name="T19" fmla="*/ 21 h 40"/>
                <a:gd name="T20" fmla="*/ 6 w 29"/>
                <a:gd name="T21" fmla="*/ 21 h 40"/>
                <a:gd name="T22" fmla="*/ 6 w 29"/>
                <a:gd name="T23" fmla="*/ 35 h 40"/>
                <a:gd name="T24" fmla="*/ 29 w 29"/>
                <a:gd name="T25" fmla="*/ 35 h 40"/>
                <a:gd name="T26" fmla="*/ 29 w 29"/>
                <a:gd name="T27" fmla="*/ 37 h 40"/>
                <a:gd name="T28" fmla="*/ 29 w 29"/>
                <a:gd name="T29" fmla="*/ 40 h 40"/>
                <a:gd name="T30" fmla="*/ 0 w 29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lnTo>
                    <a:pt x="0" y="0"/>
                  </a:lnTo>
                  <a:lnTo>
                    <a:pt x="29" y="0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29" y="35"/>
                  </a:lnTo>
                  <a:lnTo>
                    <a:pt x="29" y="37"/>
                  </a:lnTo>
                  <a:lnTo>
                    <a:pt x="29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90">
              <a:extLst>
                <a:ext uri="{FF2B5EF4-FFF2-40B4-BE49-F238E27FC236}">
                  <a16:creationId xmlns:a16="http://schemas.microsoft.com/office/drawing/2014/main" id="{79DEE1DD-01C2-4B73-A6CD-DE0BE6BB7E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2" y="933"/>
              <a:ext cx="22" cy="40"/>
            </a:xfrm>
            <a:custGeom>
              <a:avLst/>
              <a:gdLst>
                <a:gd name="T0" fmla="*/ 14 w 18"/>
                <a:gd name="T1" fmla="*/ 0 h 32"/>
                <a:gd name="T2" fmla="*/ 16 w 18"/>
                <a:gd name="T3" fmla="*/ 0 h 32"/>
                <a:gd name="T4" fmla="*/ 18 w 18"/>
                <a:gd name="T5" fmla="*/ 0 h 32"/>
                <a:gd name="T6" fmla="*/ 18 w 18"/>
                <a:gd name="T7" fmla="*/ 23 h 32"/>
                <a:gd name="T8" fmla="*/ 16 w 18"/>
                <a:gd name="T9" fmla="*/ 30 h 32"/>
                <a:gd name="T10" fmla="*/ 9 w 18"/>
                <a:gd name="T11" fmla="*/ 32 h 32"/>
                <a:gd name="T12" fmla="*/ 2 w 18"/>
                <a:gd name="T13" fmla="*/ 30 h 32"/>
                <a:gd name="T14" fmla="*/ 0 w 18"/>
                <a:gd name="T15" fmla="*/ 23 h 32"/>
                <a:gd name="T16" fmla="*/ 0 w 18"/>
                <a:gd name="T17" fmla="*/ 21 h 32"/>
                <a:gd name="T18" fmla="*/ 4 w 18"/>
                <a:gd name="T19" fmla="*/ 21 h 32"/>
                <a:gd name="T20" fmla="*/ 4 w 18"/>
                <a:gd name="T21" fmla="*/ 23 h 32"/>
                <a:gd name="T22" fmla="*/ 6 w 18"/>
                <a:gd name="T23" fmla="*/ 27 h 32"/>
                <a:gd name="T24" fmla="*/ 9 w 18"/>
                <a:gd name="T25" fmla="*/ 29 h 32"/>
                <a:gd name="T26" fmla="*/ 13 w 18"/>
                <a:gd name="T27" fmla="*/ 27 h 32"/>
                <a:gd name="T28" fmla="*/ 14 w 18"/>
                <a:gd name="T29" fmla="*/ 23 h 32"/>
                <a:gd name="T30" fmla="*/ 14 w 18"/>
                <a:gd name="T3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32">
                  <a:moveTo>
                    <a:pt x="1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6"/>
                    <a:pt x="18" y="28"/>
                    <a:pt x="16" y="30"/>
                  </a:cubicBezTo>
                  <a:cubicBezTo>
                    <a:pt x="14" y="32"/>
                    <a:pt x="12" y="32"/>
                    <a:pt x="9" y="32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5"/>
                    <a:pt x="5" y="26"/>
                    <a:pt x="6" y="27"/>
                  </a:cubicBezTo>
                  <a:cubicBezTo>
                    <a:pt x="6" y="28"/>
                    <a:pt x="8" y="29"/>
                    <a:pt x="9" y="29"/>
                  </a:cubicBezTo>
                  <a:cubicBezTo>
                    <a:pt x="11" y="29"/>
                    <a:pt x="12" y="28"/>
                    <a:pt x="13" y="27"/>
                  </a:cubicBezTo>
                  <a:cubicBezTo>
                    <a:pt x="14" y="26"/>
                    <a:pt x="14" y="24"/>
                    <a:pt x="14" y="23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91">
              <a:extLst>
                <a:ext uri="{FF2B5EF4-FFF2-40B4-BE49-F238E27FC236}">
                  <a16:creationId xmlns:a16="http://schemas.microsoft.com/office/drawing/2014/main" id="{010AA1A6-E46A-4F75-88C5-A56342E57C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9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3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3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92">
              <a:extLst>
                <a:ext uri="{FF2B5EF4-FFF2-40B4-BE49-F238E27FC236}">
                  <a16:creationId xmlns:a16="http://schemas.microsoft.com/office/drawing/2014/main" id="{C52736F8-DD1E-4205-B22C-019116B72B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" y="933"/>
              <a:ext cx="36" cy="40"/>
            </a:xfrm>
            <a:custGeom>
              <a:avLst/>
              <a:gdLst>
                <a:gd name="T0" fmla="*/ 15 w 36"/>
                <a:gd name="T1" fmla="*/ 0 h 40"/>
                <a:gd name="T2" fmla="*/ 19 w 36"/>
                <a:gd name="T3" fmla="*/ 0 h 40"/>
                <a:gd name="T4" fmla="*/ 21 w 36"/>
                <a:gd name="T5" fmla="*/ 0 h 40"/>
                <a:gd name="T6" fmla="*/ 36 w 36"/>
                <a:gd name="T7" fmla="*/ 40 h 40"/>
                <a:gd name="T8" fmla="*/ 33 w 36"/>
                <a:gd name="T9" fmla="*/ 40 h 40"/>
                <a:gd name="T10" fmla="*/ 30 w 36"/>
                <a:gd name="T11" fmla="*/ 40 h 40"/>
                <a:gd name="T12" fmla="*/ 26 w 36"/>
                <a:gd name="T13" fmla="*/ 27 h 40"/>
                <a:gd name="T14" fmla="*/ 10 w 36"/>
                <a:gd name="T15" fmla="*/ 27 h 40"/>
                <a:gd name="T16" fmla="*/ 7 w 36"/>
                <a:gd name="T17" fmla="*/ 40 h 40"/>
                <a:gd name="T18" fmla="*/ 4 w 36"/>
                <a:gd name="T19" fmla="*/ 40 h 40"/>
                <a:gd name="T20" fmla="*/ 0 w 36"/>
                <a:gd name="T21" fmla="*/ 40 h 40"/>
                <a:gd name="T22" fmla="*/ 15 w 36"/>
                <a:gd name="T23" fmla="*/ 0 h 40"/>
                <a:gd name="T24" fmla="*/ 12 w 36"/>
                <a:gd name="T25" fmla="*/ 24 h 40"/>
                <a:gd name="T26" fmla="*/ 24 w 36"/>
                <a:gd name="T27" fmla="*/ 24 h 40"/>
                <a:gd name="T28" fmla="*/ 19 w 36"/>
                <a:gd name="T29" fmla="*/ 5 h 40"/>
                <a:gd name="T30" fmla="*/ 19 w 36"/>
                <a:gd name="T31" fmla="*/ 5 h 40"/>
                <a:gd name="T32" fmla="*/ 12 w 36"/>
                <a:gd name="T33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40">
                  <a:moveTo>
                    <a:pt x="15" y="0"/>
                  </a:moveTo>
                  <a:lnTo>
                    <a:pt x="19" y="0"/>
                  </a:lnTo>
                  <a:lnTo>
                    <a:pt x="21" y="0"/>
                  </a:lnTo>
                  <a:lnTo>
                    <a:pt x="36" y="40"/>
                  </a:lnTo>
                  <a:lnTo>
                    <a:pt x="33" y="40"/>
                  </a:lnTo>
                  <a:lnTo>
                    <a:pt x="30" y="40"/>
                  </a:lnTo>
                  <a:lnTo>
                    <a:pt x="26" y="27"/>
                  </a:lnTo>
                  <a:lnTo>
                    <a:pt x="10" y="27"/>
                  </a:lnTo>
                  <a:lnTo>
                    <a:pt x="7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15" y="0"/>
                  </a:lnTo>
                  <a:close/>
                  <a:moveTo>
                    <a:pt x="12" y="24"/>
                  </a:moveTo>
                  <a:lnTo>
                    <a:pt x="24" y="2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2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93">
              <a:extLst>
                <a:ext uri="{FF2B5EF4-FFF2-40B4-BE49-F238E27FC236}">
                  <a16:creationId xmlns:a16="http://schemas.microsoft.com/office/drawing/2014/main" id="{BCAE0993-9F35-49E9-8612-7A3460FF0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1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3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4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9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9 w 31"/>
                <a:gd name="T23" fmla="*/ 40 h 40"/>
                <a:gd name="T24" fmla="*/ 26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9" y="40"/>
                  </a:lnTo>
                  <a:lnTo>
                    <a:pt x="26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94">
              <a:extLst>
                <a:ext uri="{FF2B5EF4-FFF2-40B4-BE49-F238E27FC236}">
                  <a16:creationId xmlns:a16="http://schemas.microsoft.com/office/drawing/2014/main" id="{08903417-CDA2-4B5C-8663-742A77050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932"/>
              <a:ext cx="36" cy="41"/>
            </a:xfrm>
            <a:custGeom>
              <a:avLst/>
              <a:gdLst>
                <a:gd name="T0" fmla="*/ 15 w 29"/>
                <a:gd name="T1" fmla="*/ 33 h 33"/>
                <a:gd name="T2" fmla="*/ 4 w 29"/>
                <a:gd name="T3" fmla="*/ 29 h 33"/>
                <a:gd name="T4" fmla="*/ 0 w 29"/>
                <a:gd name="T5" fmla="*/ 17 h 33"/>
                <a:gd name="T6" fmla="*/ 4 w 29"/>
                <a:gd name="T7" fmla="*/ 5 h 33"/>
                <a:gd name="T8" fmla="*/ 15 w 29"/>
                <a:gd name="T9" fmla="*/ 0 h 33"/>
                <a:gd name="T10" fmla="*/ 24 w 29"/>
                <a:gd name="T11" fmla="*/ 3 h 33"/>
                <a:gd name="T12" fmla="*/ 28 w 29"/>
                <a:gd name="T13" fmla="*/ 10 h 33"/>
                <a:gd name="T14" fmla="*/ 24 w 29"/>
                <a:gd name="T15" fmla="*/ 10 h 33"/>
                <a:gd name="T16" fmla="*/ 21 w 29"/>
                <a:gd name="T17" fmla="*/ 5 h 33"/>
                <a:gd name="T18" fmla="*/ 15 w 29"/>
                <a:gd name="T19" fmla="*/ 4 h 33"/>
                <a:gd name="T20" fmla="*/ 7 w 29"/>
                <a:gd name="T21" fmla="*/ 7 h 33"/>
                <a:gd name="T22" fmla="*/ 4 w 29"/>
                <a:gd name="T23" fmla="*/ 17 h 33"/>
                <a:gd name="T24" fmla="*/ 7 w 29"/>
                <a:gd name="T25" fmla="*/ 26 h 33"/>
                <a:gd name="T26" fmla="*/ 15 w 29"/>
                <a:gd name="T27" fmla="*/ 30 h 33"/>
                <a:gd name="T28" fmla="*/ 23 w 29"/>
                <a:gd name="T29" fmla="*/ 26 h 33"/>
                <a:gd name="T30" fmla="*/ 24 w 29"/>
                <a:gd name="T31" fmla="*/ 25 h 33"/>
                <a:gd name="T32" fmla="*/ 25 w 29"/>
                <a:gd name="T33" fmla="*/ 23 h 33"/>
                <a:gd name="T34" fmla="*/ 25 w 29"/>
                <a:gd name="T35" fmla="*/ 20 h 33"/>
                <a:gd name="T36" fmla="*/ 25 w 29"/>
                <a:gd name="T37" fmla="*/ 19 h 33"/>
                <a:gd name="T38" fmla="*/ 15 w 29"/>
                <a:gd name="T39" fmla="*/ 19 h 33"/>
                <a:gd name="T40" fmla="*/ 15 w 29"/>
                <a:gd name="T41" fmla="*/ 16 h 33"/>
                <a:gd name="T42" fmla="*/ 29 w 29"/>
                <a:gd name="T43" fmla="*/ 16 h 33"/>
                <a:gd name="T44" fmla="*/ 29 w 29"/>
                <a:gd name="T45" fmla="*/ 32 h 33"/>
                <a:gd name="T46" fmla="*/ 26 w 29"/>
                <a:gd name="T47" fmla="*/ 32 h 33"/>
                <a:gd name="T48" fmla="*/ 25 w 29"/>
                <a:gd name="T49" fmla="*/ 28 h 33"/>
                <a:gd name="T50" fmla="*/ 25 w 29"/>
                <a:gd name="T51" fmla="*/ 29 h 33"/>
                <a:gd name="T52" fmla="*/ 15 w 29"/>
                <a:gd name="T5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3">
                  <a:moveTo>
                    <a:pt x="15" y="33"/>
                  </a:moveTo>
                  <a:cubicBezTo>
                    <a:pt x="10" y="33"/>
                    <a:pt x="7" y="32"/>
                    <a:pt x="4" y="29"/>
                  </a:cubicBezTo>
                  <a:cubicBezTo>
                    <a:pt x="1" y="26"/>
                    <a:pt x="0" y="22"/>
                    <a:pt x="0" y="17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1"/>
                    <a:pt x="10" y="0"/>
                    <a:pt x="15" y="0"/>
                  </a:cubicBezTo>
                  <a:cubicBezTo>
                    <a:pt x="18" y="0"/>
                    <a:pt x="21" y="1"/>
                    <a:pt x="24" y="3"/>
                  </a:cubicBezTo>
                  <a:cubicBezTo>
                    <a:pt x="26" y="5"/>
                    <a:pt x="28" y="7"/>
                    <a:pt x="28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8"/>
                    <a:pt x="23" y="7"/>
                    <a:pt x="21" y="5"/>
                  </a:cubicBezTo>
                  <a:cubicBezTo>
                    <a:pt x="19" y="4"/>
                    <a:pt x="17" y="4"/>
                    <a:pt x="15" y="4"/>
                  </a:cubicBez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1"/>
                    <a:pt x="5" y="24"/>
                    <a:pt x="7" y="26"/>
                  </a:cubicBezTo>
                  <a:cubicBezTo>
                    <a:pt x="9" y="29"/>
                    <a:pt x="12" y="30"/>
                    <a:pt x="15" y="30"/>
                  </a:cubicBezTo>
                  <a:cubicBezTo>
                    <a:pt x="18" y="30"/>
                    <a:pt x="21" y="29"/>
                    <a:pt x="23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4" y="24"/>
                    <a:pt x="24" y="24"/>
                    <a:pt x="25" y="23"/>
                  </a:cubicBezTo>
                  <a:cubicBezTo>
                    <a:pt x="25" y="22"/>
                    <a:pt x="25" y="21"/>
                    <a:pt x="25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2" y="32"/>
                    <a:pt x="19" y="33"/>
                    <a:pt x="15" y="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95">
              <a:extLst>
                <a:ext uri="{FF2B5EF4-FFF2-40B4-BE49-F238E27FC236}">
                  <a16:creationId xmlns:a16="http://schemas.microsoft.com/office/drawing/2014/main" id="{6DAE163C-9373-4D54-80DA-79F3026765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60" y="933"/>
              <a:ext cx="31" cy="40"/>
            </a:xfrm>
            <a:custGeom>
              <a:avLst/>
              <a:gdLst>
                <a:gd name="T0" fmla="*/ 25 w 25"/>
                <a:gd name="T1" fmla="*/ 20 h 32"/>
                <a:gd name="T2" fmla="*/ 21 w 25"/>
                <a:gd name="T3" fmla="*/ 29 h 32"/>
                <a:gd name="T4" fmla="*/ 12 w 25"/>
                <a:gd name="T5" fmla="*/ 32 h 32"/>
                <a:gd name="T6" fmla="*/ 3 w 25"/>
                <a:gd name="T7" fmla="*/ 29 h 32"/>
                <a:gd name="T8" fmla="*/ 0 w 25"/>
                <a:gd name="T9" fmla="*/ 20 h 32"/>
                <a:gd name="T10" fmla="*/ 0 w 25"/>
                <a:gd name="T11" fmla="*/ 0 h 32"/>
                <a:gd name="T12" fmla="*/ 2 w 25"/>
                <a:gd name="T13" fmla="*/ 0 h 32"/>
                <a:gd name="T14" fmla="*/ 4 w 25"/>
                <a:gd name="T15" fmla="*/ 0 h 32"/>
                <a:gd name="T16" fmla="*/ 4 w 25"/>
                <a:gd name="T17" fmla="*/ 20 h 32"/>
                <a:gd name="T18" fmla="*/ 6 w 25"/>
                <a:gd name="T19" fmla="*/ 26 h 32"/>
                <a:gd name="T20" fmla="*/ 12 w 25"/>
                <a:gd name="T21" fmla="*/ 29 h 32"/>
                <a:gd name="T22" fmla="*/ 18 w 25"/>
                <a:gd name="T23" fmla="*/ 26 h 32"/>
                <a:gd name="T24" fmla="*/ 20 w 25"/>
                <a:gd name="T25" fmla="*/ 20 h 32"/>
                <a:gd name="T26" fmla="*/ 20 w 25"/>
                <a:gd name="T27" fmla="*/ 0 h 32"/>
                <a:gd name="T28" fmla="*/ 22 w 25"/>
                <a:gd name="T29" fmla="*/ 0 h 32"/>
                <a:gd name="T30" fmla="*/ 25 w 25"/>
                <a:gd name="T31" fmla="*/ 0 h 32"/>
                <a:gd name="T32" fmla="*/ 25 w 25"/>
                <a:gd name="T33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2">
                  <a:moveTo>
                    <a:pt x="25" y="20"/>
                  </a:moveTo>
                  <a:cubicBezTo>
                    <a:pt x="25" y="24"/>
                    <a:pt x="23" y="27"/>
                    <a:pt x="21" y="29"/>
                  </a:cubicBezTo>
                  <a:cubicBezTo>
                    <a:pt x="19" y="31"/>
                    <a:pt x="16" y="32"/>
                    <a:pt x="12" y="32"/>
                  </a:cubicBezTo>
                  <a:cubicBezTo>
                    <a:pt x="8" y="32"/>
                    <a:pt x="5" y="31"/>
                    <a:pt x="3" y="29"/>
                  </a:cubicBezTo>
                  <a:cubicBezTo>
                    <a:pt x="1" y="27"/>
                    <a:pt x="0" y="24"/>
                    <a:pt x="0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3"/>
                    <a:pt x="5" y="25"/>
                    <a:pt x="6" y="26"/>
                  </a:cubicBezTo>
                  <a:cubicBezTo>
                    <a:pt x="7" y="28"/>
                    <a:pt x="9" y="29"/>
                    <a:pt x="12" y="29"/>
                  </a:cubicBezTo>
                  <a:cubicBezTo>
                    <a:pt x="15" y="29"/>
                    <a:pt x="17" y="28"/>
                    <a:pt x="18" y="26"/>
                  </a:cubicBezTo>
                  <a:cubicBezTo>
                    <a:pt x="20" y="25"/>
                    <a:pt x="20" y="23"/>
                    <a:pt x="20" y="2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2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96">
              <a:extLst>
                <a:ext uri="{FF2B5EF4-FFF2-40B4-BE49-F238E27FC236}">
                  <a16:creationId xmlns:a16="http://schemas.microsoft.com/office/drawing/2014/main" id="{5E76BFC7-2013-43FB-854A-4415FCE2F7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06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2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2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8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8 w 31"/>
                <a:gd name="T23" fmla="*/ 40 h 40"/>
                <a:gd name="T24" fmla="*/ 25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5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97">
              <a:extLst>
                <a:ext uri="{FF2B5EF4-FFF2-40B4-BE49-F238E27FC236}">
                  <a16:creationId xmlns:a16="http://schemas.microsoft.com/office/drawing/2014/main" id="{8AFBC41A-7495-4D2D-BE77-66A1AB944E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2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" name="Freeform 98">
              <a:extLst>
                <a:ext uri="{FF2B5EF4-FFF2-40B4-BE49-F238E27FC236}">
                  <a16:creationId xmlns:a16="http://schemas.microsoft.com/office/drawing/2014/main" id="{D09FB162-D409-4711-8412-06A1353A31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7" y="933"/>
              <a:ext cx="34" cy="40"/>
            </a:xfrm>
            <a:custGeom>
              <a:avLst/>
              <a:gdLst>
                <a:gd name="T0" fmla="*/ 0 w 34"/>
                <a:gd name="T1" fmla="*/ 0 h 40"/>
                <a:gd name="T2" fmla="*/ 3 w 34"/>
                <a:gd name="T3" fmla="*/ 0 h 40"/>
                <a:gd name="T4" fmla="*/ 6 w 34"/>
                <a:gd name="T5" fmla="*/ 0 h 40"/>
                <a:gd name="T6" fmla="*/ 17 w 34"/>
                <a:gd name="T7" fmla="*/ 34 h 40"/>
                <a:gd name="T8" fmla="*/ 17 w 34"/>
                <a:gd name="T9" fmla="*/ 34 h 40"/>
                <a:gd name="T10" fmla="*/ 28 w 34"/>
                <a:gd name="T11" fmla="*/ 0 h 40"/>
                <a:gd name="T12" fmla="*/ 32 w 34"/>
                <a:gd name="T13" fmla="*/ 0 h 40"/>
                <a:gd name="T14" fmla="*/ 34 w 34"/>
                <a:gd name="T15" fmla="*/ 0 h 40"/>
                <a:gd name="T16" fmla="*/ 21 w 34"/>
                <a:gd name="T17" fmla="*/ 40 h 40"/>
                <a:gd name="T18" fmla="*/ 17 w 34"/>
                <a:gd name="T19" fmla="*/ 40 h 40"/>
                <a:gd name="T20" fmla="*/ 15 w 34"/>
                <a:gd name="T21" fmla="*/ 40 h 40"/>
                <a:gd name="T22" fmla="*/ 0 w 34"/>
                <a:gd name="T2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" h="40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1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99">
              <a:extLst>
                <a:ext uri="{FF2B5EF4-FFF2-40B4-BE49-F238E27FC236}">
                  <a16:creationId xmlns:a16="http://schemas.microsoft.com/office/drawing/2014/main" id="{A0A56EEB-FC0B-4ABC-9E2C-EE345582F9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1" y="933"/>
              <a:ext cx="30" cy="40"/>
            </a:xfrm>
            <a:custGeom>
              <a:avLst/>
              <a:gdLst>
                <a:gd name="T0" fmla="*/ 0 w 30"/>
                <a:gd name="T1" fmla="*/ 40 h 40"/>
                <a:gd name="T2" fmla="*/ 0 w 30"/>
                <a:gd name="T3" fmla="*/ 0 h 40"/>
                <a:gd name="T4" fmla="*/ 30 w 30"/>
                <a:gd name="T5" fmla="*/ 0 h 40"/>
                <a:gd name="T6" fmla="*/ 30 w 30"/>
                <a:gd name="T7" fmla="*/ 3 h 40"/>
                <a:gd name="T8" fmla="*/ 30 w 30"/>
                <a:gd name="T9" fmla="*/ 5 h 40"/>
                <a:gd name="T10" fmla="*/ 6 w 30"/>
                <a:gd name="T11" fmla="*/ 5 h 40"/>
                <a:gd name="T12" fmla="*/ 6 w 30"/>
                <a:gd name="T13" fmla="*/ 16 h 40"/>
                <a:gd name="T14" fmla="*/ 27 w 30"/>
                <a:gd name="T15" fmla="*/ 16 h 40"/>
                <a:gd name="T16" fmla="*/ 27 w 30"/>
                <a:gd name="T17" fmla="*/ 19 h 40"/>
                <a:gd name="T18" fmla="*/ 27 w 30"/>
                <a:gd name="T19" fmla="*/ 21 h 40"/>
                <a:gd name="T20" fmla="*/ 6 w 30"/>
                <a:gd name="T21" fmla="*/ 21 h 40"/>
                <a:gd name="T22" fmla="*/ 6 w 30"/>
                <a:gd name="T23" fmla="*/ 35 h 40"/>
                <a:gd name="T24" fmla="*/ 30 w 30"/>
                <a:gd name="T25" fmla="*/ 35 h 40"/>
                <a:gd name="T26" fmla="*/ 30 w 30"/>
                <a:gd name="T27" fmla="*/ 37 h 40"/>
                <a:gd name="T28" fmla="*/ 30 w 30"/>
                <a:gd name="T29" fmla="*/ 40 h 40"/>
                <a:gd name="T30" fmla="*/ 0 w 30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40">
                  <a:moveTo>
                    <a:pt x="0" y="40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30" y="35"/>
                  </a:lnTo>
                  <a:lnTo>
                    <a:pt x="30" y="37"/>
                  </a:lnTo>
                  <a:lnTo>
                    <a:pt x="30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4" name="Freeform 100">
              <a:extLst>
                <a:ext uri="{FF2B5EF4-FFF2-40B4-BE49-F238E27FC236}">
                  <a16:creationId xmlns:a16="http://schemas.microsoft.com/office/drawing/2014/main" id="{515DC53A-290B-4BCD-A377-F29BC3F3B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55" y="933"/>
              <a:ext cx="33" cy="40"/>
            </a:xfrm>
            <a:custGeom>
              <a:avLst/>
              <a:gdLst>
                <a:gd name="T0" fmla="*/ 0 w 27"/>
                <a:gd name="T1" fmla="*/ 0 h 32"/>
                <a:gd name="T2" fmla="*/ 2 w 27"/>
                <a:gd name="T3" fmla="*/ 0 h 32"/>
                <a:gd name="T4" fmla="*/ 15 w 27"/>
                <a:gd name="T5" fmla="*/ 0 h 32"/>
                <a:gd name="T6" fmla="*/ 23 w 27"/>
                <a:gd name="T7" fmla="*/ 2 h 32"/>
                <a:gd name="T8" fmla="*/ 25 w 27"/>
                <a:gd name="T9" fmla="*/ 8 h 32"/>
                <a:gd name="T10" fmla="*/ 23 w 27"/>
                <a:gd name="T11" fmla="*/ 15 h 32"/>
                <a:gd name="T12" fmla="*/ 21 w 27"/>
                <a:gd name="T13" fmla="*/ 16 h 32"/>
                <a:gd name="T14" fmla="*/ 22 w 27"/>
                <a:gd name="T15" fmla="*/ 16 h 32"/>
                <a:gd name="T16" fmla="*/ 25 w 27"/>
                <a:gd name="T17" fmla="*/ 22 h 32"/>
                <a:gd name="T18" fmla="*/ 25 w 27"/>
                <a:gd name="T19" fmla="*/ 28 h 32"/>
                <a:gd name="T20" fmla="*/ 25 w 27"/>
                <a:gd name="T21" fmla="*/ 30 h 32"/>
                <a:gd name="T22" fmla="*/ 27 w 27"/>
                <a:gd name="T23" fmla="*/ 31 h 32"/>
                <a:gd name="T24" fmla="*/ 27 w 27"/>
                <a:gd name="T25" fmla="*/ 31 h 32"/>
                <a:gd name="T26" fmla="*/ 21 w 27"/>
                <a:gd name="T27" fmla="*/ 31 h 32"/>
                <a:gd name="T28" fmla="*/ 21 w 27"/>
                <a:gd name="T29" fmla="*/ 29 h 32"/>
                <a:gd name="T30" fmla="*/ 21 w 27"/>
                <a:gd name="T31" fmla="*/ 26 h 32"/>
                <a:gd name="T32" fmla="*/ 21 w 27"/>
                <a:gd name="T33" fmla="*/ 23 h 32"/>
                <a:gd name="T34" fmla="*/ 19 w 27"/>
                <a:gd name="T35" fmla="*/ 19 h 32"/>
                <a:gd name="T36" fmla="*/ 15 w 27"/>
                <a:gd name="T37" fmla="*/ 18 h 32"/>
                <a:gd name="T38" fmla="*/ 4 w 27"/>
                <a:gd name="T39" fmla="*/ 18 h 32"/>
                <a:gd name="T40" fmla="*/ 4 w 27"/>
                <a:gd name="T41" fmla="*/ 32 h 32"/>
                <a:gd name="T42" fmla="*/ 2 w 27"/>
                <a:gd name="T43" fmla="*/ 32 h 32"/>
                <a:gd name="T44" fmla="*/ 0 w 27"/>
                <a:gd name="T45" fmla="*/ 32 h 32"/>
                <a:gd name="T46" fmla="*/ 0 w 27"/>
                <a:gd name="T47" fmla="*/ 0 h 32"/>
                <a:gd name="T48" fmla="*/ 4 w 27"/>
                <a:gd name="T49" fmla="*/ 14 h 32"/>
                <a:gd name="T50" fmla="*/ 15 w 27"/>
                <a:gd name="T51" fmla="*/ 14 h 32"/>
                <a:gd name="T52" fmla="*/ 19 w 27"/>
                <a:gd name="T53" fmla="*/ 13 h 32"/>
                <a:gd name="T54" fmla="*/ 21 w 27"/>
                <a:gd name="T55" fmla="*/ 9 h 32"/>
                <a:gd name="T56" fmla="*/ 19 w 27"/>
                <a:gd name="T57" fmla="*/ 5 h 32"/>
                <a:gd name="T58" fmla="*/ 15 w 27"/>
                <a:gd name="T59" fmla="*/ 3 h 32"/>
                <a:gd name="T60" fmla="*/ 4 w 27"/>
                <a:gd name="T61" fmla="*/ 3 h 32"/>
                <a:gd name="T62" fmla="*/ 4 w 27"/>
                <a:gd name="T63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" h="32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0"/>
                    <a:pt x="21" y="1"/>
                    <a:pt x="23" y="2"/>
                  </a:cubicBezTo>
                  <a:cubicBezTo>
                    <a:pt x="24" y="3"/>
                    <a:pt x="25" y="6"/>
                    <a:pt x="25" y="8"/>
                  </a:cubicBezTo>
                  <a:cubicBezTo>
                    <a:pt x="25" y="11"/>
                    <a:pt x="24" y="13"/>
                    <a:pt x="23" y="15"/>
                  </a:cubicBezTo>
                  <a:cubicBezTo>
                    <a:pt x="22" y="15"/>
                    <a:pt x="22" y="16"/>
                    <a:pt x="21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4" y="17"/>
                    <a:pt x="25" y="19"/>
                    <a:pt x="25" y="2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0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1" y="31"/>
                    <a:pt x="21" y="31"/>
                    <a:pt x="21" y="29"/>
                  </a:cubicBezTo>
                  <a:cubicBezTo>
                    <a:pt x="21" y="28"/>
                    <a:pt x="21" y="27"/>
                    <a:pt x="21" y="26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1"/>
                    <a:pt x="20" y="20"/>
                    <a:pt x="19" y="19"/>
                  </a:cubicBezTo>
                  <a:cubicBezTo>
                    <a:pt x="18" y="18"/>
                    <a:pt x="17" y="18"/>
                    <a:pt x="1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  <a:moveTo>
                    <a:pt x="4" y="14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9" y="14"/>
                    <a:pt x="19" y="13"/>
                  </a:cubicBezTo>
                  <a:cubicBezTo>
                    <a:pt x="20" y="12"/>
                    <a:pt x="21" y="11"/>
                    <a:pt x="21" y="9"/>
                  </a:cubicBezTo>
                  <a:cubicBezTo>
                    <a:pt x="21" y="7"/>
                    <a:pt x="20" y="5"/>
                    <a:pt x="19" y="5"/>
                  </a:cubicBezTo>
                  <a:cubicBezTo>
                    <a:pt x="18" y="4"/>
                    <a:pt x="17" y="3"/>
                    <a:pt x="15" y="3"/>
                  </a:cubicBezTo>
                  <a:cubicBezTo>
                    <a:pt x="4" y="3"/>
                    <a:pt x="4" y="3"/>
                    <a:pt x="4" y="3"/>
                  </a:cubicBezTo>
                  <a:lnTo>
                    <a:pt x="4" y="1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01">
              <a:extLst>
                <a:ext uri="{FF2B5EF4-FFF2-40B4-BE49-F238E27FC236}">
                  <a16:creationId xmlns:a16="http://schemas.microsoft.com/office/drawing/2014/main" id="{43C182AC-B9CB-4033-809E-037CC73333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932"/>
              <a:ext cx="31" cy="41"/>
            </a:xfrm>
            <a:custGeom>
              <a:avLst/>
              <a:gdLst>
                <a:gd name="T0" fmla="*/ 20 w 25"/>
                <a:gd name="T1" fmla="*/ 10 h 33"/>
                <a:gd name="T2" fmla="*/ 18 w 25"/>
                <a:gd name="T3" fmla="*/ 5 h 33"/>
                <a:gd name="T4" fmla="*/ 12 w 25"/>
                <a:gd name="T5" fmla="*/ 4 h 33"/>
                <a:gd name="T6" fmla="*/ 7 w 25"/>
                <a:gd name="T7" fmla="*/ 5 h 33"/>
                <a:gd name="T8" fmla="*/ 5 w 25"/>
                <a:gd name="T9" fmla="*/ 9 h 33"/>
                <a:gd name="T10" fmla="*/ 6 w 25"/>
                <a:gd name="T11" fmla="*/ 12 h 33"/>
                <a:gd name="T12" fmla="*/ 11 w 25"/>
                <a:gd name="T13" fmla="*/ 14 h 33"/>
                <a:gd name="T14" fmla="*/ 17 w 25"/>
                <a:gd name="T15" fmla="*/ 15 h 33"/>
                <a:gd name="T16" fmla="*/ 23 w 25"/>
                <a:gd name="T17" fmla="*/ 18 h 33"/>
                <a:gd name="T18" fmla="*/ 25 w 25"/>
                <a:gd name="T19" fmla="*/ 24 h 33"/>
                <a:gd name="T20" fmla="*/ 22 w 25"/>
                <a:gd name="T21" fmla="*/ 31 h 33"/>
                <a:gd name="T22" fmla="*/ 13 w 25"/>
                <a:gd name="T23" fmla="*/ 33 h 33"/>
                <a:gd name="T24" fmla="*/ 3 w 25"/>
                <a:gd name="T25" fmla="*/ 30 h 33"/>
                <a:gd name="T26" fmla="*/ 0 w 25"/>
                <a:gd name="T27" fmla="*/ 23 h 33"/>
                <a:gd name="T28" fmla="*/ 0 w 25"/>
                <a:gd name="T29" fmla="*/ 22 h 33"/>
                <a:gd name="T30" fmla="*/ 4 w 25"/>
                <a:gd name="T31" fmla="*/ 22 h 33"/>
                <a:gd name="T32" fmla="*/ 6 w 25"/>
                <a:gd name="T33" fmla="*/ 28 h 33"/>
                <a:gd name="T34" fmla="*/ 13 w 25"/>
                <a:gd name="T35" fmla="*/ 30 h 33"/>
                <a:gd name="T36" fmla="*/ 19 w 25"/>
                <a:gd name="T37" fmla="*/ 28 h 33"/>
                <a:gd name="T38" fmla="*/ 21 w 25"/>
                <a:gd name="T39" fmla="*/ 24 h 33"/>
                <a:gd name="T40" fmla="*/ 20 w 25"/>
                <a:gd name="T41" fmla="*/ 21 h 33"/>
                <a:gd name="T42" fmla="*/ 14 w 25"/>
                <a:gd name="T43" fmla="*/ 19 h 33"/>
                <a:gd name="T44" fmla="*/ 9 w 25"/>
                <a:gd name="T45" fmla="*/ 17 h 33"/>
                <a:gd name="T46" fmla="*/ 3 w 25"/>
                <a:gd name="T47" fmla="*/ 15 h 33"/>
                <a:gd name="T48" fmla="*/ 1 w 25"/>
                <a:gd name="T49" fmla="*/ 10 h 33"/>
                <a:gd name="T50" fmla="*/ 4 w 25"/>
                <a:gd name="T51" fmla="*/ 3 h 33"/>
                <a:gd name="T52" fmla="*/ 12 w 25"/>
                <a:gd name="T53" fmla="*/ 0 h 33"/>
                <a:gd name="T54" fmla="*/ 21 w 25"/>
                <a:gd name="T55" fmla="*/ 3 h 33"/>
                <a:gd name="T56" fmla="*/ 24 w 25"/>
                <a:gd name="T57" fmla="*/ 10 h 33"/>
                <a:gd name="T58" fmla="*/ 20 w 25"/>
                <a:gd name="T59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" h="33">
                  <a:moveTo>
                    <a:pt x="20" y="10"/>
                  </a:moveTo>
                  <a:cubicBezTo>
                    <a:pt x="20" y="8"/>
                    <a:pt x="19" y="6"/>
                    <a:pt x="18" y="5"/>
                  </a:cubicBezTo>
                  <a:cubicBezTo>
                    <a:pt x="17" y="4"/>
                    <a:pt x="15" y="4"/>
                    <a:pt x="12" y="4"/>
                  </a:cubicBezTo>
                  <a:cubicBezTo>
                    <a:pt x="10" y="4"/>
                    <a:pt x="8" y="4"/>
                    <a:pt x="7" y="5"/>
                  </a:cubicBezTo>
                  <a:cubicBezTo>
                    <a:pt x="6" y="6"/>
                    <a:pt x="5" y="7"/>
                    <a:pt x="5" y="9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7" y="13"/>
                    <a:pt x="9" y="13"/>
                    <a:pt x="11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20" y="16"/>
                    <a:pt x="22" y="17"/>
                    <a:pt x="23" y="18"/>
                  </a:cubicBezTo>
                  <a:cubicBezTo>
                    <a:pt x="24" y="20"/>
                    <a:pt x="25" y="22"/>
                    <a:pt x="25" y="24"/>
                  </a:cubicBezTo>
                  <a:cubicBezTo>
                    <a:pt x="25" y="27"/>
                    <a:pt x="24" y="29"/>
                    <a:pt x="22" y="31"/>
                  </a:cubicBezTo>
                  <a:cubicBezTo>
                    <a:pt x="20" y="33"/>
                    <a:pt x="17" y="33"/>
                    <a:pt x="13" y="33"/>
                  </a:cubicBezTo>
                  <a:cubicBezTo>
                    <a:pt x="9" y="33"/>
                    <a:pt x="5" y="32"/>
                    <a:pt x="3" y="30"/>
                  </a:cubicBezTo>
                  <a:cubicBezTo>
                    <a:pt x="1" y="29"/>
                    <a:pt x="0" y="26"/>
                    <a:pt x="0" y="2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5"/>
                    <a:pt x="5" y="26"/>
                    <a:pt x="6" y="28"/>
                  </a:cubicBezTo>
                  <a:cubicBezTo>
                    <a:pt x="8" y="29"/>
                    <a:pt x="10" y="30"/>
                    <a:pt x="13" y="30"/>
                  </a:cubicBezTo>
                  <a:cubicBezTo>
                    <a:pt x="15" y="30"/>
                    <a:pt x="17" y="29"/>
                    <a:pt x="19" y="28"/>
                  </a:cubicBezTo>
                  <a:cubicBezTo>
                    <a:pt x="20" y="27"/>
                    <a:pt x="21" y="26"/>
                    <a:pt x="21" y="24"/>
                  </a:cubicBezTo>
                  <a:cubicBezTo>
                    <a:pt x="21" y="23"/>
                    <a:pt x="20" y="22"/>
                    <a:pt x="20" y="21"/>
                  </a:cubicBezTo>
                  <a:cubicBezTo>
                    <a:pt x="19" y="20"/>
                    <a:pt x="17" y="19"/>
                    <a:pt x="14" y="19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6" y="17"/>
                    <a:pt x="4" y="16"/>
                    <a:pt x="3" y="15"/>
                  </a:cubicBezTo>
                  <a:cubicBezTo>
                    <a:pt x="1" y="14"/>
                    <a:pt x="1" y="12"/>
                    <a:pt x="1" y="10"/>
                  </a:cubicBezTo>
                  <a:cubicBezTo>
                    <a:pt x="1" y="7"/>
                    <a:pt x="2" y="4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3" y="4"/>
                    <a:pt x="24" y="7"/>
                    <a:pt x="24" y="10"/>
                  </a:cubicBezTo>
                  <a:lnTo>
                    <a:pt x="20" y="1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Freeform 102">
              <a:extLst>
                <a:ext uri="{FF2B5EF4-FFF2-40B4-BE49-F238E27FC236}">
                  <a16:creationId xmlns:a16="http://schemas.microsoft.com/office/drawing/2014/main" id="{CA0469B9-9E7E-4971-8D1B-3A413794B9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4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03">
              <a:extLst>
                <a:ext uri="{FF2B5EF4-FFF2-40B4-BE49-F238E27FC236}">
                  <a16:creationId xmlns:a16="http://schemas.microsoft.com/office/drawing/2014/main" id="{90D9BB77-EE58-496F-AD2A-501FC366C1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0" y="933"/>
              <a:ext cx="32" cy="40"/>
            </a:xfrm>
            <a:custGeom>
              <a:avLst/>
              <a:gdLst>
                <a:gd name="T0" fmla="*/ 13 w 32"/>
                <a:gd name="T1" fmla="*/ 5 h 40"/>
                <a:gd name="T2" fmla="*/ 0 w 32"/>
                <a:gd name="T3" fmla="*/ 5 h 40"/>
                <a:gd name="T4" fmla="*/ 0 w 32"/>
                <a:gd name="T5" fmla="*/ 3 h 40"/>
                <a:gd name="T6" fmla="*/ 0 w 32"/>
                <a:gd name="T7" fmla="*/ 0 h 40"/>
                <a:gd name="T8" fmla="*/ 32 w 32"/>
                <a:gd name="T9" fmla="*/ 0 h 40"/>
                <a:gd name="T10" fmla="*/ 32 w 32"/>
                <a:gd name="T11" fmla="*/ 3 h 40"/>
                <a:gd name="T12" fmla="*/ 32 w 32"/>
                <a:gd name="T13" fmla="*/ 5 h 40"/>
                <a:gd name="T14" fmla="*/ 18 w 32"/>
                <a:gd name="T15" fmla="*/ 5 h 40"/>
                <a:gd name="T16" fmla="*/ 18 w 32"/>
                <a:gd name="T17" fmla="*/ 40 h 40"/>
                <a:gd name="T18" fmla="*/ 16 w 32"/>
                <a:gd name="T19" fmla="*/ 40 h 40"/>
                <a:gd name="T20" fmla="*/ 13 w 32"/>
                <a:gd name="T21" fmla="*/ 40 h 40"/>
                <a:gd name="T22" fmla="*/ 13 w 32"/>
                <a:gd name="T2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40">
                  <a:moveTo>
                    <a:pt x="13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3"/>
                  </a:lnTo>
                  <a:lnTo>
                    <a:pt x="32" y="5"/>
                  </a:lnTo>
                  <a:lnTo>
                    <a:pt x="18" y="5"/>
                  </a:lnTo>
                  <a:lnTo>
                    <a:pt x="18" y="40"/>
                  </a:lnTo>
                  <a:lnTo>
                    <a:pt x="16" y="40"/>
                  </a:lnTo>
                  <a:lnTo>
                    <a:pt x="13" y="40"/>
                  </a:lnTo>
                  <a:lnTo>
                    <a:pt x="13" y="5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Freeform 104">
              <a:extLst>
                <a:ext uri="{FF2B5EF4-FFF2-40B4-BE49-F238E27FC236}">
                  <a16:creationId xmlns:a16="http://schemas.microsoft.com/office/drawing/2014/main" id="{23E2F9BE-3F09-4C1F-903B-DEDE7D143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1" y="933"/>
              <a:ext cx="34" cy="40"/>
            </a:xfrm>
            <a:custGeom>
              <a:avLst/>
              <a:gdLst>
                <a:gd name="T0" fmla="*/ 15 w 34"/>
                <a:gd name="T1" fmla="*/ 24 h 40"/>
                <a:gd name="T2" fmla="*/ 0 w 34"/>
                <a:gd name="T3" fmla="*/ 0 h 40"/>
                <a:gd name="T4" fmla="*/ 3 w 34"/>
                <a:gd name="T5" fmla="*/ 0 h 40"/>
                <a:gd name="T6" fmla="*/ 6 w 34"/>
                <a:gd name="T7" fmla="*/ 0 h 40"/>
                <a:gd name="T8" fmla="*/ 17 w 34"/>
                <a:gd name="T9" fmla="*/ 19 h 40"/>
                <a:gd name="T10" fmla="*/ 17 w 34"/>
                <a:gd name="T11" fmla="*/ 19 h 40"/>
                <a:gd name="T12" fmla="*/ 28 w 34"/>
                <a:gd name="T13" fmla="*/ 0 h 40"/>
                <a:gd name="T14" fmla="*/ 32 w 34"/>
                <a:gd name="T15" fmla="*/ 0 h 40"/>
                <a:gd name="T16" fmla="*/ 34 w 34"/>
                <a:gd name="T17" fmla="*/ 0 h 40"/>
                <a:gd name="T18" fmla="*/ 20 w 34"/>
                <a:gd name="T19" fmla="*/ 24 h 40"/>
                <a:gd name="T20" fmla="*/ 20 w 34"/>
                <a:gd name="T21" fmla="*/ 40 h 40"/>
                <a:gd name="T22" fmla="*/ 17 w 34"/>
                <a:gd name="T23" fmla="*/ 40 h 40"/>
                <a:gd name="T24" fmla="*/ 15 w 34"/>
                <a:gd name="T25" fmla="*/ 40 h 40"/>
                <a:gd name="T26" fmla="*/ 15 w 34"/>
                <a:gd name="T27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0">
                  <a:moveTo>
                    <a:pt x="15" y="24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6" y="0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0" y="24"/>
                  </a:lnTo>
                  <a:lnTo>
                    <a:pt x="20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15" y="24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05">
              <a:extLst>
                <a:ext uri="{FF2B5EF4-FFF2-40B4-BE49-F238E27FC236}">
                  <a16:creationId xmlns:a16="http://schemas.microsoft.com/office/drawing/2014/main" id="{6BCCF8C5-EFF5-48BD-8438-CD6288B8B4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4" y="660"/>
              <a:ext cx="350" cy="353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106">
              <a:extLst>
                <a:ext uri="{FF2B5EF4-FFF2-40B4-BE49-F238E27FC236}">
                  <a16:creationId xmlns:a16="http://schemas.microsoft.com/office/drawing/2014/main" id="{D85300FF-28F5-4F4C-9868-6E9E7358F0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3" y="739"/>
              <a:ext cx="193" cy="17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07">
              <a:extLst>
                <a:ext uri="{FF2B5EF4-FFF2-40B4-BE49-F238E27FC236}">
                  <a16:creationId xmlns:a16="http://schemas.microsoft.com/office/drawing/2014/main" id="{B5784116-8C30-4671-9587-9D254C0F5A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" y="867"/>
              <a:ext cx="40" cy="29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Freeform 108">
              <a:extLst>
                <a:ext uri="{FF2B5EF4-FFF2-40B4-BE49-F238E27FC236}">
                  <a16:creationId xmlns:a16="http://schemas.microsoft.com/office/drawing/2014/main" id="{DAFE9458-FE6E-4BB9-B4E5-4D0938965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4" y="888"/>
              <a:ext cx="38" cy="31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09">
              <a:extLst>
                <a:ext uri="{FF2B5EF4-FFF2-40B4-BE49-F238E27FC236}">
                  <a16:creationId xmlns:a16="http://schemas.microsoft.com/office/drawing/2014/main" id="{016F9691-45CF-46FE-AA70-9A990927E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5" y="906"/>
              <a:ext cx="38" cy="33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4" name="Freeform 110">
              <a:extLst>
                <a:ext uri="{FF2B5EF4-FFF2-40B4-BE49-F238E27FC236}">
                  <a16:creationId xmlns:a16="http://schemas.microsoft.com/office/drawing/2014/main" id="{B225A0DC-7ECA-4E20-9B61-D8C8A44D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6" y="934"/>
              <a:ext cx="24" cy="29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11">
              <a:extLst>
                <a:ext uri="{FF2B5EF4-FFF2-40B4-BE49-F238E27FC236}">
                  <a16:creationId xmlns:a16="http://schemas.microsoft.com/office/drawing/2014/main" id="{CD8BE105-8632-48C6-98AA-3BC083F5C5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4" y="942"/>
              <a:ext cx="29" cy="35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Freeform 112">
              <a:extLst>
                <a:ext uri="{FF2B5EF4-FFF2-40B4-BE49-F238E27FC236}">
                  <a16:creationId xmlns:a16="http://schemas.microsoft.com/office/drawing/2014/main" id="{E8E80D59-7153-46E8-8ECB-43A44D2BD6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4" y="948"/>
              <a:ext cx="32" cy="39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13">
              <a:extLst>
                <a:ext uri="{FF2B5EF4-FFF2-40B4-BE49-F238E27FC236}">
                  <a16:creationId xmlns:a16="http://schemas.microsoft.com/office/drawing/2014/main" id="{79FC4AC3-30A3-4A82-9A40-93045F67B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9" y="957"/>
              <a:ext cx="23" cy="36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114">
              <a:extLst>
                <a:ext uri="{FF2B5EF4-FFF2-40B4-BE49-F238E27FC236}">
                  <a16:creationId xmlns:a16="http://schemas.microsoft.com/office/drawing/2014/main" id="{3AB54E72-92A4-46A2-9ABB-FCC8E9296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1" y="962"/>
              <a:ext cx="19" cy="33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15">
              <a:extLst>
                <a:ext uri="{FF2B5EF4-FFF2-40B4-BE49-F238E27FC236}">
                  <a16:creationId xmlns:a16="http://schemas.microsoft.com/office/drawing/2014/main" id="{E9B7B1E9-6B5C-4ABF-A6A4-475C1FFFF1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2" y="959"/>
              <a:ext cx="21" cy="36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116">
              <a:extLst>
                <a:ext uri="{FF2B5EF4-FFF2-40B4-BE49-F238E27FC236}">
                  <a16:creationId xmlns:a16="http://schemas.microsoft.com/office/drawing/2014/main" id="{C7EEDC3D-B057-4D89-9724-8F25D6CBD6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" y="957"/>
              <a:ext cx="14" cy="33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17">
              <a:extLst>
                <a:ext uri="{FF2B5EF4-FFF2-40B4-BE49-F238E27FC236}">
                  <a16:creationId xmlns:a16="http://schemas.microsoft.com/office/drawing/2014/main" id="{500387AB-FCEB-410E-9E89-515ABF95E4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9" y="948"/>
              <a:ext cx="23" cy="37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2" name="Freeform 118">
              <a:extLst>
                <a:ext uri="{FF2B5EF4-FFF2-40B4-BE49-F238E27FC236}">
                  <a16:creationId xmlns:a16="http://schemas.microsoft.com/office/drawing/2014/main" id="{22E285A3-9B96-4499-B043-4F370F6301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8" y="939"/>
              <a:ext cx="33" cy="38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19">
              <a:extLst>
                <a:ext uri="{FF2B5EF4-FFF2-40B4-BE49-F238E27FC236}">
                  <a16:creationId xmlns:a16="http://schemas.microsoft.com/office/drawing/2014/main" id="{1B908973-8AE8-4B7B-B100-336A717739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5" y="931"/>
              <a:ext cx="34" cy="34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4" name="Freeform 120">
              <a:extLst>
                <a:ext uri="{FF2B5EF4-FFF2-40B4-BE49-F238E27FC236}">
                  <a16:creationId xmlns:a16="http://schemas.microsoft.com/office/drawing/2014/main" id="{1375AF14-9ABC-434E-8402-76DB53F6CA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3" y="916"/>
              <a:ext cx="34" cy="29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21">
              <a:extLst>
                <a:ext uri="{FF2B5EF4-FFF2-40B4-BE49-F238E27FC236}">
                  <a16:creationId xmlns:a16="http://schemas.microsoft.com/office/drawing/2014/main" id="{A87E967F-2771-47FD-AE1F-15AF226C63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906"/>
              <a:ext cx="31" cy="21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6" name="Freeform 122">
              <a:extLst>
                <a:ext uri="{FF2B5EF4-FFF2-40B4-BE49-F238E27FC236}">
                  <a16:creationId xmlns:a16="http://schemas.microsoft.com/office/drawing/2014/main" id="{0C0CF095-E9ED-43B6-921B-11B4DFB4B8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884"/>
              <a:ext cx="36" cy="28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23">
              <a:extLst>
                <a:ext uri="{FF2B5EF4-FFF2-40B4-BE49-F238E27FC236}">
                  <a16:creationId xmlns:a16="http://schemas.microsoft.com/office/drawing/2014/main" id="{DA7EF2E6-E052-449B-A100-FC852D03C9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" y="865"/>
              <a:ext cx="36" cy="23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8" name="Freeform 124">
              <a:extLst>
                <a:ext uri="{FF2B5EF4-FFF2-40B4-BE49-F238E27FC236}">
                  <a16:creationId xmlns:a16="http://schemas.microsoft.com/office/drawing/2014/main" id="{009D9541-5AEC-4746-9DAB-628470FA4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0" y="928"/>
              <a:ext cx="34" cy="25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25">
              <a:extLst>
                <a:ext uri="{FF2B5EF4-FFF2-40B4-BE49-F238E27FC236}">
                  <a16:creationId xmlns:a16="http://schemas.microsoft.com/office/drawing/2014/main" id="{5D126454-24AF-4FEA-8F3B-4BAB4A1EB9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3" y="917"/>
              <a:ext cx="106" cy="33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0" name="Freeform 126">
              <a:extLst>
                <a:ext uri="{FF2B5EF4-FFF2-40B4-BE49-F238E27FC236}">
                  <a16:creationId xmlns:a16="http://schemas.microsoft.com/office/drawing/2014/main" id="{21170BD5-ADBC-495C-B8BD-5803DF4FEB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4" y="728"/>
              <a:ext cx="14" cy="14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27">
              <a:extLst>
                <a:ext uri="{FF2B5EF4-FFF2-40B4-BE49-F238E27FC236}">
                  <a16:creationId xmlns:a16="http://schemas.microsoft.com/office/drawing/2014/main" id="{CBD44F93-6078-4D44-B661-4EB0E99500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8" y="686"/>
              <a:ext cx="51" cy="45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2" name="Freeform 128">
              <a:extLst>
                <a:ext uri="{FF2B5EF4-FFF2-40B4-BE49-F238E27FC236}">
                  <a16:creationId xmlns:a16="http://schemas.microsoft.com/office/drawing/2014/main" id="{45E65DB2-3712-42F0-93B8-FCF56DB1D9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3" y="714"/>
              <a:ext cx="20" cy="41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29">
              <a:extLst>
                <a:ext uri="{FF2B5EF4-FFF2-40B4-BE49-F238E27FC236}">
                  <a16:creationId xmlns:a16="http://schemas.microsoft.com/office/drawing/2014/main" id="{056EA474-333E-4482-9A08-C13AA1C2C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0" y="704"/>
              <a:ext cx="16" cy="16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4" name="Freeform 130">
              <a:extLst>
                <a:ext uri="{FF2B5EF4-FFF2-40B4-BE49-F238E27FC236}">
                  <a16:creationId xmlns:a16="http://schemas.microsoft.com/office/drawing/2014/main" id="{7625672A-2B87-440F-A4EA-316D3877C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710"/>
              <a:ext cx="12" cy="14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31">
              <a:extLst>
                <a:ext uri="{FF2B5EF4-FFF2-40B4-BE49-F238E27FC236}">
                  <a16:creationId xmlns:a16="http://schemas.microsoft.com/office/drawing/2014/main" id="{29B854F1-1233-46AD-B832-38BBBA7EA6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" y="688"/>
              <a:ext cx="19" cy="21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6" name="Freeform 132">
              <a:extLst>
                <a:ext uri="{FF2B5EF4-FFF2-40B4-BE49-F238E27FC236}">
                  <a16:creationId xmlns:a16="http://schemas.microsoft.com/office/drawing/2014/main" id="{C08F52CD-3E28-4262-B4F6-59DFB1285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693"/>
              <a:ext cx="12" cy="13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33">
              <a:extLst>
                <a:ext uri="{FF2B5EF4-FFF2-40B4-BE49-F238E27FC236}">
                  <a16:creationId xmlns:a16="http://schemas.microsoft.com/office/drawing/2014/main" id="{DB72564E-BD73-4A72-A746-1868092ED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742"/>
              <a:ext cx="47" cy="83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134">
              <a:extLst>
                <a:ext uri="{FF2B5EF4-FFF2-40B4-BE49-F238E27FC236}">
                  <a16:creationId xmlns:a16="http://schemas.microsoft.com/office/drawing/2014/main" id="{BF307901-670F-4D61-852C-FD6D7C83F9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9" y="789"/>
              <a:ext cx="13" cy="11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35">
              <a:extLst>
                <a:ext uri="{FF2B5EF4-FFF2-40B4-BE49-F238E27FC236}">
                  <a16:creationId xmlns:a16="http://schemas.microsoft.com/office/drawing/2014/main" id="{61EA73CD-C6A3-4252-9AF0-8749345E60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7" y="776"/>
              <a:ext cx="14" cy="13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0" name="Freeform 136">
              <a:extLst>
                <a:ext uri="{FF2B5EF4-FFF2-40B4-BE49-F238E27FC236}">
                  <a16:creationId xmlns:a16="http://schemas.microsoft.com/office/drawing/2014/main" id="{554217B1-DE75-417E-B7D0-233320BE59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8" y="786"/>
              <a:ext cx="163" cy="141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37">
              <a:extLst>
                <a:ext uri="{FF2B5EF4-FFF2-40B4-BE49-F238E27FC236}">
                  <a16:creationId xmlns:a16="http://schemas.microsoft.com/office/drawing/2014/main" id="{D985DAC8-BBB3-4137-9160-BA02CFFF1F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4" y="757"/>
              <a:ext cx="64" cy="43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2" name="Freeform 138">
              <a:extLst>
                <a:ext uri="{FF2B5EF4-FFF2-40B4-BE49-F238E27FC236}">
                  <a16:creationId xmlns:a16="http://schemas.microsoft.com/office/drawing/2014/main" id="{82127D24-C41B-4AC6-BE3C-21DDE5E75A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39">
              <a:extLst>
                <a:ext uri="{FF2B5EF4-FFF2-40B4-BE49-F238E27FC236}">
                  <a16:creationId xmlns:a16="http://schemas.microsoft.com/office/drawing/2014/main" id="{26F3D97C-ECC2-4C9D-9C2E-A4BB54A56A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4" name="Freeform 140">
              <a:extLst>
                <a:ext uri="{FF2B5EF4-FFF2-40B4-BE49-F238E27FC236}">
                  <a16:creationId xmlns:a16="http://schemas.microsoft.com/office/drawing/2014/main" id="{8528C489-1E39-4EAA-916C-F5D4CBE01B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41">
              <a:extLst>
                <a:ext uri="{FF2B5EF4-FFF2-40B4-BE49-F238E27FC236}">
                  <a16:creationId xmlns:a16="http://schemas.microsoft.com/office/drawing/2014/main" id="{B0DD7ED7-C458-43A1-A436-277A313012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solidFill>
              <a:srgbClr val="003F8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460BFB9A-C912-4D22-97BB-85D3A37635C3}"/>
              </a:ext>
            </a:extLst>
          </p:cNvPr>
          <p:cNvSpPr txBox="1"/>
          <p:nvPr userDrawn="1"/>
        </p:nvSpPr>
        <p:spPr>
          <a:xfrm>
            <a:off x="1511922" y="2249299"/>
            <a:ext cx="3228772" cy="840230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77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5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zh-CN" altLang="en-US" sz="5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  <a:cs typeface="+mj-cs"/>
              </a:rPr>
              <a:t>感谢老师们的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DEDEC979-C50A-44A2-A581-D5B79A9EF3AC}"/>
              </a:ext>
            </a:extLst>
          </p:cNvPr>
          <p:cNvSpPr txBox="1"/>
          <p:nvPr userDrawn="1"/>
        </p:nvSpPr>
        <p:spPr>
          <a:xfrm>
            <a:off x="1511922" y="2954420"/>
            <a:ext cx="2489551" cy="84023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5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zh-CN" altLang="en-US" sz="3600" b="1" kern="1200" dirty="0">
                <a:solidFill>
                  <a:srgbClr val="04428A"/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  <a:cs typeface="+mn-cs"/>
              </a:rPr>
              <a:t>悉心指导</a:t>
            </a:r>
          </a:p>
        </p:txBody>
      </p:sp>
    </p:spTree>
    <p:extLst>
      <p:ext uri="{BB962C8B-B14F-4D97-AF65-F5344CB8AC3E}">
        <p14:creationId xmlns:p14="http://schemas.microsoft.com/office/powerpoint/2010/main" val="2724528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06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315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70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22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76" r:id="rId2"/>
    <p:sldLayoutId id="2147483694" r:id="rId3"/>
    <p:sldLayoutId id="2147483649" r:id="rId4"/>
    <p:sldLayoutId id="2147483657" r:id="rId5"/>
    <p:sldLayoutId id="2147483658" r:id="rId6"/>
    <p:sldLayoutId id="2147483695" r:id="rId7"/>
    <p:sldLayoutId id="2147483655" r:id="rId8"/>
    <p:sldLayoutId id="2147483656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67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54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61B86F49-CCE0-4E1A-8F78-9E6856803B19}"/>
              </a:ext>
            </a:extLst>
          </p:cNvPr>
          <p:cNvSpPr/>
          <p:nvPr/>
        </p:nvSpPr>
        <p:spPr>
          <a:xfrm>
            <a:off x="9865611" y="1303425"/>
            <a:ext cx="12191980" cy="6857990"/>
          </a:xfrm>
          <a:prstGeom prst="rect">
            <a:avLst/>
          </a:prstGeom>
          <a:blipFill dpi="0" rotWithShape="1">
            <a:blip r:embed="rId3" cstate="email">
              <a:alphaModFix amt="10000"/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60000" sy="6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F979B7-E451-4522-8C01-CC410F5A8A5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16688"/>
            <a:ext cx="2743200" cy="341312"/>
          </a:xfrm>
          <a:prstGeom prst="rect">
            <a:avLst/>
          </a:prstGeom>
        </p:spPr>
        <p:txBody>
          <a:bodyPr/>
          <a:lstStyle/>
          <a:p>
            <a:fld id="{1AAC388E-FA9E-4A2C-95EA-1F6B3A07935A}" type="slidenum">
              <a:rPr lang="zh-CN" altLang="en-US" smtClean="0"/>
              <a:t>1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03856E2-83DF-4A42-B13B-E4BE07600984}"/>
              </a:ext>
            </a:extLst>
          </p:cNvPr>
          <p:cNvGrpSpPr/>
          <p:nvPr/>
        </p:nvGrpSpPr>
        <p:grpSpPr>
          <a:xfrm>
            <a:off x="7027667" y="537616"/>
            <a:ext cx="6961907" cy="702157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9" name="Freeform 105">
              <a:extLst>
                <a:ext uri="{FF2B5EF4-FFF2-40B4-BE49-F238E27FC236}">
                  <a16:creationId xmlns:a16="http://schemas.microsoft.com/office/drawing/2014/main" id="{0C74C6B0-082A-4FE6-B113-8737E0AD6F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106">
              <a:extLst>
                <a:ext uri="{FF2B5EF4-FFF2-40B4-BE49-F238E27FC236}">
                  <a16:creationId xmlns:a16="http://schemas.microsoft.com/office/drawing/2014/main" id="{C6EF5BF6-05E2-4F85-93D9-F0D1A10104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07">
              <a:extLst>
                <a:ext uri="{FF2B5EF4-FFF2-40B4-BE49-F238E27FC236}">
                  <a16:creationId xmlns:a16="http://schemas.microsoft.com/office/drawing/2014/main" id="{74A3CA29-3875-4FBF-B857-1E2AC52448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08">
              <a:extLst>
                <a:ext uri="{FF2B5EF4-FFF2-40B4-BE49-F238E27FC236}">
                  <a16:creationId xmlns:a16="http://schemas.microsoft.com/office/drawing/2014/main" id="{8A6A3030-1B0B-45A3-8834-0E70378D4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09">
              <a:extLst>
                <a:ext uri="{FF2B5EF4-FFF2-40B4-BE49-F238E27FC236}">
                  <a16:creationId xmlns:a16="http://schemas.microsoft.com/office/drawing/2014/main" id="{FA0D935A-7038-4326-8E09-B9EC4B14CC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0">
              <a:extLst>
                <a:ext uri="{FF2B5EF4-FFF2-40B4-BE49-F238E27FC236}">
                  <a16:creationId xmlns:a16="http://schemas.microsoft.com/office/drawing/2014/main" id="{9EBBCFEF-6D9B-4A6A-BA75-0855E648AF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1">
              <a:extLst>
                <a:ext uri="{FF2B5EF4-FFF2-40B4-BE49-F238E27FC236}">
                  <a16:creationId xmlns:a16="http://schemas.microsoft.com/office/drawing/2014/main" id="{532838F4-8272-409B-AAFB-49782DF20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2">
              <a:extLst>
                <a:ext uri="{FF2B5EF4-FFF2-40B4-BE49-F238E27FC236}">
                  <a16:creationId xmlns:a16="http://schemas.microsoft.com/office/drawing/2014/main" id="{14976D5B-ADE0-4308-8B01-37786903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113">
              <a:extLst>
                <a:ext uri="{FF2B5EF4-FFF2-40B4-BE49-F238E27FC236}">
                  <a16:creationId xmlns:a16="http://schemas.microsoft.com/office/drawing/2014/main" id="{2AD8889C-7A54-43D5-A52C-D31B39B2F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3978" y="4506098"/>
              <a:ext cx="173950" cy="272269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14">
              <a:extLst>
                <a:ext uri="{FF2B5EF4-FFF2-40B4-BE49-F238E27FC236}">
                  <a16:creationId xmlns:a16="http://schemas.microsoft.com/office/drawing/2014/main" id="{F9ADC5C7-AE4D-4181-B4E7-C308ED7B48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15">
              <a:extLst>
                <a:ext uri="{FF2B5EF4-FFF2-40B4-BE49-F238E27FC236}">
                  <a16:creationId xmlns:a16="http://schemas.microsoft.com/office/drawing/2014/main" id="{74DC3C10-2966-493A-A54D-90406DF61F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16">
              <a:extLst>
                <a:ext uri="{FF2B5EF4-FFF2-40B4-BE49-F238E27FC236}">
                  <a16:creationId xmlns:a16="http://schemas.microsoft.com/office/drawing/2014/main" id="{7D19AB60-7877-47D3-B258-5CC5D3394B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17">
              <a:extLst>
                <a:ext uri="{FF2B5EF4-FFF2-40B4-BE49-F238E27FC236}">
                  <a16:creationId xmlns:a16="http://schemas.microsoft.com/office/drawing/2014/main" id="{10EA4C77-ABB2-409A-8BA8-A3840B394F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18">
              <a:extLst>
                <a:ext uri="{FF2B5EF4-FFF2-40B4-BE49-F238E27FC236}">
                  <a16:creationId xmlns:a16="http://schemas.microsoft.com/office/drawing/2014/main" id="{F5893858-415F-428D-A831-326ED5810C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19">
              <a:extLst>
                <a:ext uri="{FF2B5EF4-FFF2-40B4-BE49-F238E27FC236}">
                  <a16:creationId xmlns:a16="http://schemas.microsoft.com/office/drawing/2014/main" id="{5D21FEF0-573F-48FD-82AE-714F73D01D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0">
              <a:extLst>
                <a:ext uri="{FF2B5EF4-FFF2-40B4-BE49-F238E27FC236}">
                  <a16:creationId xmlns:a16="http://schemas.microsoft.com/office/drawing/2014/main" id="{3A8E9DDA-2C4F-4E92-8370-0CC50BE55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1">
              <a:extLst>
                <a:ext uri="{FF2B5EF4-FFF2-40B4-BE49-F238E27FC236}">
                  <a16:creationId xmlns:a16="http://schemas.microsoft.com/office/drawing/2014/main" id="{9CE66337-D592-4BE6-90D6-704CADAA21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2">
              <a:extLst>
                <a:ext uri="{FF2B5EF4-FFF2-40B4-BE49-F238E27FC236}">
                  <a16:creationId xmlns:a16="http://schemas.microsoft.com/office/drawing/2014/main" id="{B843AF31-47DA-4453-971F-FF5E89F7F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3">
              <a:extLst>
                <a:ext uri="{FF2B5EF4-FFF2-40B4-BE49-F238E27FC236}">
                  <a16:creationId xmlns:a16="http://schemas.microsoft.com/office/drawing/2014/main" id="{E43294E8-EC60-4FC6-98A2-77968F2A96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24">
              <a:extLst>
                <a:ext uri="{FF2B5EF4-FFF2-40B4-BE49-F238E27FC236}">
                  <a16:creationId xmlns:a16="http://schemas.microsoft.com/office/drawing/2014/main" id="{6C9AE238-B07C-4DD1-B7A2-E2583E1AAA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25">
              <a:extLst>
                <a:ext uri="{FF2B5EF4-FFF2-40B4-BE49-F238E27FC236}">
                  <a16:creationId xmlns:a16="http://schemas.microsoft.com/office/drawing/2014/main" id="{3C9D1F14-488C-4523-B9D6-15B19B5EAFA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26">
              <a:extLst>
                <a:ext uri="{FF2B5EF4-FFF2-40B4-BE49-F238E27FC236}">
                  <a16:creationId xmlns:a16="http://schemas.microsoft.com/office/drawing/2014/main" id="{80B6BA1D-29FA-4BF0-B063-B79098AA73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27">
              <a:extLst>
                <a:ext uri="{FF2B5EF4-FFF2-40B4-BE49-F238E27FC236}">
                  <a16:creationId xmlns:a16="http://schemas.microsoft.com/office/drawing/2014/main" id="{FF588F2B-6141-460A-831A-5295757DE6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28">
              <a:extLst>
                <a:ext uri="{FF2B5EF4-FFF2-40B4-BE49-F238E27FC236}">
                  <a16:creationId xmlns:a16="http://schemas.microsoft.com/office/drawing/2014/main" id="{1DF8E1C6-ABBD-447F-9F35-F56C18575D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29">
              <a:extLst>
                <a:ext uri="{FF2B5EF4-FFF2-40B4-BE49-F238E27FC236}">
                  <a16:creationId xmlns:a16="http://schemas.microsoft.com/office/drawing/2014/main" id="{EAC0FEAE-CA47-416B-8B3A-8EA358552E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0">
              <a:extLst>
                <a:ext uri="{FF2B5EF4-FFF2-40B4-BE49-F238E27FC236}">
                  <a16:creationId xmlns:a16="http://schemas.microsoft.com/office/drawing/2014/main" id="{9E7E5958-703A-42DF-B569-3D08B30E8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1">
              <a:extLst>
                <a:ext uri="{FF2B5EF4-FFF2-40B4-BE49-F238E27FC236}">
                  <a16:creationId xmlns:a16="http://schemas.microsoft.com/office/drawing/2014/main" id="{88AA7563-CE86-449F-99A8-20D26F1B87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2">
              <a:extLst>
                <a:ext uri="{FF2B5EF4-FFF2-40B4-BE49-F238E27FC236}">
                  <a16:creationId xmlns:a16="http://schemas.microsoft.com/office/drawing/2014/main" id="{4ADF512A-1E9A-4177-89BD-D71F63AA0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3">
              <a:extLst>
                <a:ext uri="{FF2B5EF4-FFF2-40B4-BE49-F238E27FC236}">
                  <a16:creationId xmlns:a16="http://schemas.microsoft.com/office/drawing/2014/main" id="{71BB6EFA-0FAD-4DE6-86F8-EE2AF219C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34">
              <a:extLst>
                <a:ext uri="{FF2B5EF4-FFF2-40B4-BE49-F238E27FC236}">
                  <a16:creationId xmlns:a16="http://schemas.microsoft.com/office/drawing/2014/main" id="{F5642261-90D8-4056-A8C5-7119F839A4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35">
              <a:extLst>
                <a:ext uri="{FF2B5EF4-FFF2-40B4-BE49-F238E27FC236}">
                  <a16:creationId xmlns:a16="http://schemas.microsoft.com/office/drawing/2014/main" id="{6D6796AF-621D-4F6E-B31C-AE2D3CDEF2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3" name="Freeform 136">
              <a:extLst>
                <a:ext uri="{FF2B5EF4-FFF2-40B4-BE49-F238E27FC236}">
                  <a16:creationId xmlns:a16="http://schemas.microsoft.com/office/drawing/2014/main" id="{84EC43EE-5AC7-48AE-81CC-818064945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4" name="Freeform 137">
              <a:extLst>
                <a:ext uri="{FF2B5EF4-FFF2-40B4-BE49-F238E27FC236}">
                  <a16:creationId xmlns:a16="http://schemas.microsoft.com/office/drawing/2014/main" id="{54564195-06AF-448F-8128-B2E7561C4C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5" name="Freeform 138">
              <a:extLst>
                <a:ext uri="{FF2B5EF4-FFF2-40B4-BE49-F238E27FC236}">
                  <a16:creationId xmlns:a16="http://schemas.microsoft.com/office/drawing/2014/main" id="{4CDFC31A-1071-4CF3-A4E0-72FB37B400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6" name="Freeform 139">
              <a:extLst>
                <a:ext uri="{FF2B5EF4-FFF2-40B4-BE49-F238E27FC236}">
                  <a16:creationId xmlns:a16="http://schemas.microsoft.com/office/drawing/2014/main" id="{A4D93FDB-C0E9-4F0D-B304-0EC2B1C753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" name="Freeform 140">
              <a:extLst>
                <a:ext uri="{FF2B5EF4-FFF2-40B4-BE49-F238E27FC236}">
                  <a16:creationId xmlns:a16="http://schemas.microsoft.com/office/drawing/2014/main" id="{9BEB7FDB-5870-481A-9021-4BBB67FA23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" name="Freeform 141">
              <a:extLst>
                <a:ext uri="{FF2B5EF4-FFF2-40B4-BE49-F238E27FC236}">
                  <a16:creationId xmlns:a16="http://schemas.microsoft.com/office/drawing/2014/main" id="{BFD481FF-5CF2-4A0E-8664-D727A0D2C5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83B14AAE-3F24-4D56-BD9F-745431B500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数字系统开题答辩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89B3F3A-2069-9AB3-2C0B-778F48759037}"/>
              </a:ext>
            </a:extLst>
          </p:cNvPr>
          <p:cNvSpPr/>
          <p:nvPr/>
        </p:nvSpPr>
        <p:spPr>
          <a:xfrm>
            <a:off x="1320312" y="3399643"/>
            <a:ext cx="3844022" cy="1058057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DB9085C-B264-4B85-B744-F45F084DEDF3}"/>
              </a:ext>
            </a:extLst>
          </p:cNvPr>
          <p:cNvSpPr/>
          <p:nvPr/>
        </p:nvSpPr>
        <p:spPr>
          <a:xfrm>
            <a:off x="1412903" y="4554202"/>
            <a:ext cx="2950760" cy="840025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2CBE7EE-0A3A-4ABA-9997-1AA9193213F8}"/>
              </a:ext>
            </a:extLst>
          </p:cNvPr>
          <p:cNvSpPr/>
          <p:nvPr/>
        </p:nvSpPr>
        <p:spPr>
          <a:xfrm>
            <a:off x="1631705" y="3892395"/>
            <a:ext cx="2950760" cy="840025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第一组 糖糕组</a:t>
            </a:r>
          </a:p>
        </p:txBody>
      </p:sp>
    </p:spTree>
    <p:extLst>
      <p:ext uri="{BB962C8B-B14F-4D97-AF65-F5344CB8AC3E}">
        <p14:creationId xmlns:p14="http://schemas.microsoft.com/office/powerpoint/2010/main" val="3021795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16" descr="图片包含 建筑物, 蛋糕&#10;&#10;描述已自动生成">
            <a:extLst>
              <a:ext uri="{FF2B5EF4-FFF2-40B4-BE49-F238E27FC236}">
                <a16:creationId xmlns:a16="http://schemas.microsoft.com/office/drawing/2014/main" id="{D4D955AD-9302-4D01-9683-AAB3A09C69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926" b="39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5A730337-531A-4629-9918-A14BD16E5FFD}"/>
              </a:ext>
            </a:extLst>
          </p:cNvPr>
          <p:cNvSpPr/>
          <p:nvPr/>
        </p:nvSpPr>
        <p:spPr>
          <a:xfrm rot="5400000">
            <a:off x="-4084146" y="1410094"/>
            <a:ext cx="12192000" cy="4037813"/>
          </a:xfrm>
          <a:custGeom>
            <a:avLst/>
            <a:gdLst>
              <a:gd name="connsiteX0" fmla="*/ 0 w 12192000"/>
              <a:gd name="connsiteY0" fmla="*/ 0 h 4037813"/>
              <a:gd name="connsiteX1" fmla="*/ 106773 w 12192000"/>
              <a:gd name="connsiteY1" fmla="*/ 36445 h 4037813"/>
              <a:gd name="connsiteX2" fmla="*/ 6096001 w 12192000"/>
              <a:gd name="connsiteY2" fmla="*/ 883678 h 4037813"/>
              <a:gd name="connsiteX3" fmla="*/ 12085229 w 12192000"/>
              <a:gd name="connsiteY3" fmla="*/ 36445 h 4037813"/>
              <a:gd name="connsiteX4" fmla="*/ 12192000 w 12192000"/>
              <a:gd name="connsiteY4" fmla="*/ 1 h 4037813"/>
              <a:gd name="connsiteX5" fmla="*/ 12192000 w 12192000"/>
              <a:gd name="connsiteY5" fmla="*/ 4037813 h 4037813"/>
              <a:gd name="connsiteX6" fmla="*/ 0 w 12192000"/>
              <a:gd name="connsiteY6" fmla="*/ 4037813 h 40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037813">
                <a:moveTo>
                  <a:pt x="0" y="0"/>
                </a:moveTo>
                <a:lnTo>
                  <a:pt x="106773" y="36445"/>
                </a:lnTo>
                <a:cubicBezTo>
                  <a:pt x="1734353" y="565729"/>
                  <a:pt x="3820949" y="883678"/>
                  <a:pt x="6096001" y="883678"/>
                </a:cubicBezTo>
                <a:cubicBezTo>
                  <a:pt x="8371054" y="883678"/>
                  <a:pt x="10457649" y="565729"/>
                  <a:pt x="12085229" y="36445"/>
                </a:cubicBezTo>
                <a:lnTo>
                  <a:pt x="12192000" y="1"/>
                </a:lnTo>
                <a:lnTo>
                  <a:pt x="12192000" y="4037813"/>
                </a:lnTo>
                <a:lnTo>
                  <a:pt x="0" y="4037813"/>
                </a:lnTo>
                <a:close/>
              </a:path>
            </a:pathLst>
          </a:custGeom>
          <a:solidFill>
            <a:srgbClr val="044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76" name="Group 74">
            <a:extLst>
              <a:ext uri="{FF2B5EF4-FFF2-40B4-BE49-F238E27FC236}">
                <a16:creationId xmlns:a16="http://schemas.microsoft.com/office/drawing/2014/main" id="{836F2DC9-F475-4CD4-A2EB-838C8F221B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75162" y="425239"/>
            <a:ext cx="1873384" cy="521122"/>
            <a:chOff x="954" y="660"/>
            <a:chExt cx="1269" cy="353"/>
          </a:xfrm>
          <a:solidFill>
            <a:schemeClr val="bg1"/>
          </a:solidFill>
        </p:grpSpPr>
        <p:sp>
          <p:nvSpPr>
            <p:cNvPr id="77" name="Freeform 75">
              <a:extLst>
                <a:ext uri="{FF2B5EF4-FFF2-40B4-BE49-F238E27FC236}">
                  <a16:creationId xmlns:a16="http://schemas.microsoft.com/office/drawing/2014/main" id="{79C4BD34-2FA1-48DD-84A3-074BDB5A48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" y="833"/>
              <a:ext cx="45" cy="46"/>
            </a:xfrm>
            <a:custGeom>
              <a:avLst/>
              <a:gdLst>
                <a:gd name="T0" fmla="*/ 10 w 36"/>
                <a:gd name="T1" fmla="*/ 35 h 37"/>
                <a:gd name="T2" fmla="*/ 6 w 36"/>
                <a:gd name="T3" fmla="*/ 25 h 37"/>
                <a:gd name="T4" fmla="*/ 0 w 36"/>
                <a:gd name="T5" fmla="*/ 11 h 37"/>
                <a:gd name="T6" fmla="*/ 23 w 36"/>
                <a:gd name="T7" fmla="*/ 4 h 37"/>
                <a:gd name="T8" fmla="*/ 28 w 36"/>
                <a:gd name="T9" fmla="*/ 9 h 37"/>
                <a:gd name="T10" fmla="*/ 30 w 36"/>
                <a:gd name="T11" fmla="*/ 29 h 37"/>
                <a:gd name="T12" fmla="*/ 10 w 36"/>
                <a:gd name="T13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7">
                  <a:moveTo>
                    <a:pt x="10" y="35"/>
                  </a:moveTo>
                  <a:cubicBezTo>
                    <a:pt x="3" y="34"/>
                    <a:pt x="7" y="31"/>
                    <a:pt x="6" y="25"/>
                  </a:cubicBezTo>
                  <a:cubicBezTo>
                    <a:pt x="5" y="20"/>
                    <a:pt x="0" y="14"/>
                    <a:pt x="0" y="11"/>
                  </a:cubicBezTo>
                  <a:cubicBezTo>
                    <a:pt x="1" y="0"/>
                    <a:pt x="15" y="0"/>
                    <a:pt x="23" y="4"/>
                  </a:cubicBezTo>
                  <a:cubicBezTo>
                    <a:pt x="25" y="4"/>
                    <a:pt x="26" y="7"/>
                    <a:pt x="28" y="9"/>
                  </a:cubicBezTo>
                  <a:cubicBezTo>
                    <a:pt x="32" y="14"/>
                    <a:pt x="36" y="23"/>
                    <a:pt x="30" y="29"/>
                  </a:cubicBezTo>
                  <a:cubicBezTo>
                    <a:pt x="25" y="34"/>
                    <a:pt x="17" y="37"/>
                    <a:pt x="10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8" name="Freeform 76">
              <a:extLst>
                <a:ext uri="{FF2B5EF4-FFF2-40B4-BE49-F238E27FC236}">
                  <a16:creationId xmlns:a16="http://schemas.microsoft.com/office/drawing/2014/main" id="{D7D337A1-31DD-4AFD-97C0-061956A9D6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7" y="698"/>
              <a:ext cx="160" cy="165"/>
            </a:xfrm>
            <a:custGeom>
              <a:avLst/>
              <a:gdLst>
                <a:gd name="T0" fmla="*/ 33 w 129"/>
                <a:gd name="T1" fmla="*/ 133 h 133"/>
                <a:gd name="T2" fmla="*/ 32 w 129"/>
                <a:gd name="T3" fmla="*/ 133 h 133"/>
                <a:gd name="T4" fmla="*/ 33 w 129"/>
                <a:gd name="T5" fmla="*/ 130 h 133"/>
                <a:gd name="T6" fmla="*/ 55 w 129"/>
                <a:gd name="T7" fmla="*/ 116 h 133"/>
                <a:gd name="T8" fmla="*/ 67 w 129"/>
                <a:gd name="T9" fmla="*/ 99 h 133"/>
                <a:gd name="T10" fmla="*/ 25 w 129"/>
                <a:gd name="T11" fmla="*/ 115 h 133"/>
                <a:gd name="T12" fmla="*/ 8 w 129"/>
                <a:gd name="T13" fmla="*/ 108 h 133"/>
                <a:gd name="T14" fmla="*/ 8 w 129"/>
                <a:gd name="T15" fmla="*/ 107 h 133"/>
                <a:gd name="T16" fmla="*/ 8 w 129"/>
                <a:gd name="T17" fmla="*/ 92 h 133"/>
                <a:gd name="T18" fmla="*/ 60 w 129"/>
                <a:gd name="T19" fmla="*/ 80 h 133"/>
                <a:gd name="T20" fmla="*/ 75 w 129"/>
                <a:gd name="T21" fmla="*/ 72 h 133"/>
                <a:gd name="T22" fmla="*/ 77 w 129"/>
                <a:gd name="T23" fmla="*/ 14 h 133"/>
                <a:gd name="T24" fmla="*/ 99 w 129"/>
                <a:gd name="T25" fmla="*/ 16 h 133"/>
                <a:gd name="T26" fmla="*/ 103 w 129"/>
                <a:gd name="T27" fmla="*/ 21 h 133"/>
                <a:gd name="T28" fmla="*/ 104 w 129"/>
                <a:gd name="T29" fmla="*/ 21 h 133"/>
                <a:gd name="T30" fmla="*/ 103 w 129"/>
                <a:gd name="T31" fmla="*/ 35 h 133"/>
                <a:gd name="T32" fmla="*/ 98 w 129"/>
                <a:gd name="T33" fmla="*/ 65 h 133"/>
                <a:gd name="T34" fmla="*/ 126 w 129"/>
                <a:gd name="T35" fmla="*/ 54 h 133"/>
                <a:gd name="T36" fmla="*/ 123 w 129"/>
                <a:gd name="T37" fmla="*/ 69 h 133"/>
                <a:gd name="T38" fmla="*/ 95 w 129"/>
                <a:gd name="T39" fmla="*/ 81 h 133"/>
                <a:gd name="T40" fmla="*/ 82 w 129"/>
                <a:gd name="T41" fmla="*/ 111 h 133"/>
                <a:gd name="T42" fmla="*/ 75 w 129"/>
                <a:gd name="T43" fmla="*/ 118 h 133"/>
                <a:gd name="T44" fmla="*/ 56 w 129"/>
                <a:gd name="T45" fmla="*/ 128 h 133"/>
                <a:gd name="T46" fmla="*/ 33 w 129"/>
                <a:gd name="T4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9" h="133">
                  <a:moveTo>
                    <a:pt x="33" y="133"/>
                  </a:moveTo>
                  <a:cubicBezTo>
                    <a:pt x="33" y="133"/>
                    <a:pt x="33" y="133"/>
                    <a:pt x="32" y="133"/>
                  </a:cubicBezTo>
                  <a:cubicBezTo>
                    <a:pt x="32" y="132"/>
                    <a:pt x="32" y="131"/>
                    <a:pt x="33" y="130"/>
                  </a:cubicBezTo>
                  <a:cubicBezTo>
                    <a:pt x="35" y="130"/>
                    <a:pt x="55" y="117"/>
                    <a:pt x="55" y="116"/>
                  </a:cubicBezTo>
                  <a:cubicBezTo>
                    <a:pt x="60" y="111"/>
                    <a:pt x="66" y="106"/>
                    <a:pt x="67" y="99"/>
                  </a:cubicBezTo>
                  <a:cubicBezTo>
                    <a:pt x="53" y="104"/>
                    <a:pt x="40" y="114"/>
                    <a:pt x="25" y="115"/>
                  </a:cubicBezTo>
                  <a:cubicBezTo>
                    <a:pt x="18" y="113"/>
                    <a:pt x="13" y="110"/>
                    <a:pt x="8" y="108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1" y="102"/>
                    <a:pt x="0" y="95"/>
                    <a:pt x="8" y="92"/>
                  </a:cubicBezTo>
                  <a:cubicBezTo>
                    <a:pt x="23" y="96"/>
                    <a:pt x="46" y="85"/>
                    <a:pt x="60" y="80"/>
                  </a:cubicBezTo>
                  <a:cubicBezTo>
                    <a:pt x="63" y="78"/>
                    <a:pt x="72" y="75"/>
                    <a:pt x="75" y="72"/>
                  </a:cubicBezTo>
                  <a:cubicBezTo>
                    <a:pt x="78" y="52"/>
                    <a:pt x="76" y="33"/>
                    <a:pt x="77" y="14"/>
                  </a:cubicBezTo>
                  <a:cubicBezTo>
                    <a:pt x="82" y="0"/>
                    <a:pt x="90" y="10"/>
                    <a:pt x="99" y="16"/>
                  </a:cubicBezTo>
                  <a:cubicBezTo>
                    <a:pt x="99" y="18"/>
                    <a:pt x="101" y="19"/>
                    <a:pt x="103" y="21"/>
                  </a:cubicBezTo>
                  <a:cubicBezTo>
                    <a:pt x="103" y="21"/>
                    <a:pt x="103" y="21"/>
                    <a:pt x="104" y="21"/>
                  </a:cubicBezTo>
                  <a:cubicBezTo>
                    <a:pt x="107" y="27"/>
                    <a:pt x="108" y="30"/>
                    <a:pt x="103" y="35"/>
                  </a:cubicBezTo>
                  <a:cubicBezTo>
                    <a:pt x="99" y="44"/>
                    <a:pt x="97" y="54"/>
                    <a:pt x="98" y="65"/>
                  </a:cubicBezTo>
                  <a:cubicBezTo>
                    <a:pt x="108" y="63"/>
                    <a:pt x="114" y="55"/>
                    <a:pt x="126" y="54"/>
                  </a:cubicBezTo>
                  <a:cubicBezTo>
                    <a:pt x="129" y="60"/>
                    <a:pt x="128" y="65"/>
                    <a:pt x="123" y="69"/>
                  </a:cubicBezTo>
                  <a:cubicBezTo>
                    <a:pt x="114" y="73"/>
                    <a:pt x="105" y="77"/>
                    <a:pt x="95" y="81"/>
                  </a:cubicBezTo>
                  <a:cubicBezTo>
                    <a:pt x="93" y="91"/>
                    <a:pt x="89" y="103"/>
                    <a:pt x="82" y="111"/>
                  </a:cubicBezTo>
                  <a:cubicBezTo>
                    <a:pt x="81" y="113"/>
                    <a:pt x="76" y="117"/>
                    <a:pt x="75" y="118"/>
                  </a:cubicBezTo>
                  <a:cubicBezTo>
                    <a:pt x="69" y="122"/>
                    <a:pt x="63" y="126"/>
                    <a:pt x="56" y="128"/>
                  </a:cubicBezTo>
                  <a:cubicBezTo>
                    <a:pt x="37" y="133"/>
                    <a:pt x="37" y="133"/>
                    <a:pt x="33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9" name="Freeform 77">
              <a:extLst>
                <a:ext uri="{FF2B5EF4-FFF2-40B4-BE49-F238E27FC236}">
                  <a16:creationId xmlns:a16="http://schemas.microsoft.com/office/drawing/2014/main" id="{2285E8C7-2392-41DE-859C-BC61D52F3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0" y="796"/>
              <a:ext cx="94" cy="110"/>
            </a:xfrm>
            <a:custGeom>
              <a:avLst/>
              <a:gdLst>
                <a:gd name="T0" fmla="*/ 17 w 76"/>
                <a:gd name="T1" fmla="*/ 88 h 88"/>
                <a:gd name="T2" fmla="*/ 0 w 76"/>
                <a:gd name="T3" fmla="*/ 70 h 88"/>
                <a:gd name="T4" fmla="*/ 2 w 76"/>
                <a:gd name="T5" fmla="*/ 65 h 88"/>
                <a:gd name="T6" fmla="*/ 50 w 76"/>
                <a:gd name="T7" fmla="*/ 26 h 88"/>
                <a:gd name="T8" fmla="*/ 65 w 76"/>
                <a:gd name="T9" fmla="*/ 5 h 88"/>
                <a:gd name="T10" fmla="*/ 66 w 76"/>
                <a:gd name="T11" fmla="*/ 4 h 88"/>
                <a:gd name="T12" fmla="*/ 66 w 76"/>
                <a:gd name="T13" fmla="*/ 4 h 88"/>
                <a:gd name="T14" fmla="*/ 76 w 76"/>
                <a:gd name="T15" fmla="*/ 5 h 88"/>
                <a:gd name="T16" fmla="*/ 65 w 76"/>
                <a:gd name="T17" fmla="*/ 19 h 88"/>
                <a:gd name="T18" fmla="*/ 54 w 76"/>
                <a:gd name="T19" fmla="*/ 43 h 88"/>
                <a:gd name="T20" fmla="*/ 48 w 76"/>
                <a:gd name="T21" fmla="*/ 54 h 88"/>
                <a:gd name="T22" fmla="*/ 35 w 76"/>
                <a:gd name="T23" fmla="*/ 72 h 88"/>
                <a:gd name="T24" fmla="*/ 21 w 76"/>
                <a:gd name="T25" fmla="*/ 87 h 88"/>
                <a:gd name="T26" fmla="*/ 17 w 76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88">
                  <a:moveTo>
                    <a:pt x="17" y="88"/>
                  </a:moveTo>
                  <a:cubicBezTo>
                    <a:pt x="10" y="84"/>
                    <a:pt x="3" y="76"/>
                    <a:pt x="0" y="70"/>
                  </a:cubicBezTo>
                  <a:cubicBezTo>
                    <a:pt x="0" y="69"/>
                    <a:pt x="1" y="67"/>
                    <a:pt x="2" y="65"/>
                  </a:cubicBezTo>
                  <a:cubicBezTo>
                    <a:pt x="18" y="52"/>
                    <a:pt x="35" y="41"/>
                    <a:pt x="50" y="26"/>
                  </a:cubicBezTo>
                  <a:cubicBezTo>
                    <a:pt x="54" y="19"/>
                    <a:pt x="60" y="12"/>
                    <a:pt x="65" y="5"/>
                  </a:cubicBezTo>
                  <a:cubicBezTo>
                    <a:pt x="65" y="5"/>
                    <a:pt x="66" y="5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0" y="0"/>
                    <a:pt x="72" y="0"/>
                    <a:pt x="76" y="5"/>
                  </a:cubicBezTo>
                  <a:cubicBezTo>
                    <a:pt x="76" y="10"/>
                    <a:pt x="68" y="14"/>
                    <a:pt x="65" y="19"/>
                  </a:cubicBezTo>
                  <a:cubicBezTo>
                    <a:pt x="62" y="27"/>
                    <a:pt x="58" y="35"/>
                    <a:pt x="54" y="43"/>
                  </a:cubicBezTo>
                  <a:cubicBezTo>
                    <a:pt x="53" y="45"/>
                    <a:pt x="53" y="45"/>
                    <a:pt x="48" y="54"/>
                  </a:cubicBezTo>
                  <a:cubicBezTo>
                    <a:pt x="43" y="57"/>
                    <a:pt x="37" y="66"/>
                    <a:pt x="35" y="72"/>
                  </a:cubicBezTo>
                  <a:cubicBezTo>
                    <a:pt x="29" y="75"/>
                    <a:pt x="27" y="84"/>
                    <a:pt x="21" y="87"/>
                  </a:cubicBezTo>
                  <a:cubicBezTo>
                    <a:pt x="19" y="87"/>
                    <a:pt x="18" y="87"/>
                    <a:pt x="17" y="8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0" name="Freeform 78">
              <a:extLst>
                <a:ext uri="{FF2B5EF4-FFF2-40B4-BE49-F238E27FC236}">
                  <a16:creationId xmlns:a16="http://schemas.microsoft.com/office/drawing/2014/main" id="{25DD38BA-E00B-4F3E-A880-0EC72FB019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9" y="791"/>
              <a:ext cx="53" cy="41"/>
            </a:xfrm>
            <a:custGeom>
              <a:avLst/>
              <a:gdLst>
                <a:gd name="T0" fmla="*/ 19 w 43"/>
                <a:gd name="T1" fmla="*/ 33 h 33"/>
                <a:gd name="T2" fmla="*/ 0 w 43"/>
                <a:gd name="T3" fmla="*/ 20 h 33"/>
                <a:gd name="T4" fmla="*/ 2 w 43"/>
                <a:gd name="T5" fmla="*/ 14 h 33"/>
                <a:gd name="T6" fmla="*/ 6 w 43"/>
                <a:gd name="T7" fmla="*/ 13 h 33"/>
                <a:gd name="T8" fmla="*/ 17 w 43"/>
                <a:gd name="T9" fmla="*/ 12 h 33"/>
                <a:gd name="T10" fmla="*/ 43 w 43"/>
                <a:gd name="T11" fmla="*/ 5 h 33"/>
                <a:gd name="T12" fmla="*/ 19 w 43"/>
                <a:gd name="T1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33">
                  <a:moveTo>
                    <a:pt x="19" y="33"/>
                  </a:moveTo>
                  <a:cubicBezTo>
                    <a:pt x="9" y="33"/>
                    <a:pt x="6" y="26"/>
                    <a:pt x="0" y="20"/>
                  </a:cubicBezTo>
                  <a:cubicBezTo>
                    <a:pt x="0" y="18"/>
                    <a:pt x="2" y="16"/>
                    <a:pt x="2" y="14"/>
                  </a:cubicBezTo>
                  <a:cubicBezTo>
                    <a:pt x="4" y="14"/>
                    <a:pt x="4" y="14"/>
                    <a:pt x="6" y="13"/>
                  </a:cubicBezTo>
                  <a:cubicBezTo>
                    <a:pt x="10" y="12"/>
                    <a:pt x="12" y="12"/>
                    <a:pt x="17" y="12"/>
                  </a:cubicBezTo>
                  <a:cubicBezTo>
                    <a:pt x="22" y="11"/>
                    <a:pt x="38" y="0"/>
                    <a:pt x="43" y="5"/>
                  </a:cubicBezTo>
                  <a:cubicBezTo>
                    <a:pt x="43" y="17"/>
                    <a:pt x="30" y="30"/>
                    <a:pt x="19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1" name="Freeform 79">
              <a:extLst>
                <a:ext uri="{FF2B5EF4-FFF2-40B4-BE49-F238E27FC236}">
                  <a16:creationId xmlns:a16="http://schemas.microsoft.com/office/drawing/2014/main" id="{48709EE8-5CA0-4DEC-AD0E-AA506BD53D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68" y="766"/>
              <a:ext cx="36" cy="42"/>
            </a:xfrm>
            <a:custGeom>
              <a:avLst/>
              <a:gdLst>
                <a:gd name="T0" fmla="*/ 5 w 29"/>
                <a:gd name="T1" fmla="*/ 34 h 34"/>
                <a:gd name="T2" fmla="*/ 0 w 29"/>
                <a:gd name="T3" fmla="*/ 9 h 34"/>
                <a:gd name="T4" fmla="*/ 19 w 29"/>
                <a:gd name="T5" fmla="*/ 6 h 34"/>
                <a:gd name="T6" fmla="*/ 23 w 29"/>
                <a:gd name="T7" fmla="*/ 26 h 34"/>
                <a:gd name="T8" fmla="*/ 5 w 29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4">
                  <a:moveTo>
                    <a:pt x="5" y="34"/>
                  </a:moveTo>
                  <a:cubicBezTo>
                    <a:pt x="1" y="30"/>
                    <a:pt x="0" y="14"/>
                    <a:pt x="0" y="9"/>
                  </a:cubicBezTo>
                  <a:cubicBezTo>
                    <a:pt x="3" y="0"/>
                    <a:pt x="12" y="0"/>
                    <a:pt x="19" y="6"/>
                  </a:cubicBezTo>
                  <a:cubicBezTo>
                    <a:pt x="25" y="14"/>
                    <a:pt x="29" y="17"/>
                    <a:pt x="23" y="26"/>
                  </a:cubicBezTo>
                  <a:cubicBezTo>
                    <a:pt x="16" y="32"/>
                    <a:pt x="13" y="32"/>
                    <a:pt x="5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CBD05A96-7C4F-40BE-8FF1-0F38C76C28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8" y="739"/>
              <a:ext cx="63" cy="60"/>
            </a:xfrm>
            <a:custGeom>
              <a:avLst/>
              <a:gdLst>
                <a:gd name="T0" fmla="*/ 17 w 51"/>
                <a:gd name="T1" fmla="*/ 48 h 48"/>
                <a:gd name="T2" fmla="*/ 21 w 51"/>
                <a:gd name="T3" fmla="*/ 30 h 48"/>
                <a:gd name="T4" fmla="*/ 13 w 51"/>
                <a:gd name="T5" fmla="*/ 32 h 48"/>
                <a:gd name="T6" fmla="*/ 3 w 51"/>
                <a:gd name="T7" fmla="*/ 15 h 48"/>
                <a:gd name="T8" fmla="*/ 13 w 51"/>
                <a:gd name="T9" fmla="*/ 11 h 48"/>
                <a:gd name="T10" fmla="*/ 33 w 51"/>
                <a:gd name="T11" fmla="*/ 2 h 48"/>
                <a:gd name="T12" fmla="*/ 51 w 51"/>
                <a:gd name="T13" fmla="*/ 18 h 48"/>
                <a:gd name="T14" fmla="*/ 39 w 51"/>
                <a:gd name="T15" fmla="*/ 36 h 48"/>
                <a:gd name="T16" fmla="*/ 22 w 51"/>
                <a:gd name="T17" fmla="*/ 47 h 48"/>
                <a:gd name="T18" fmla="*/ 17 w 5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48">
                  <a:moveTo>
                    <a:pt x="17" y="48"/>
                  </a:moveTo>
                  <a:cubicBezTo>
                    <a:pt x="16" y="43"/>
                    <a:pt x="23" y="33"/>
                    <a:pt x="21" y="30"/>
                  </a:cubicBezTo>
                  <a:cubicBezTo>
                    <a:pt x="18" y="31"/>
                    <a:pt x="16" y="32"/>
                    <a:pt x="13" y="32"/>
                  </a:cubicBezTo>
                  <a:cubicBezTo>
                    <a:pt x="7" y="29"/>
                    <a:pt x="0" y="21"/>
                    <a:pt x="3" y="15"/>
                  </a:cubicBezTo>
                  <a:cubicBezTo>
                    <a:pt x="7" y="10"/>
                    <a:pt x="6" y="12"/>
                    <a:pt x="13" y="11"/>
                  </a:cubicBezTo>
                  <a:cubicBezTo>
                    <a:pt x="19" y="8"/>
                    <a:pt x="26" y="5"/>
                    <a:pt x="33" y="2"/>
                  </a:cubicBezTo>
                  <a:cubicBezTo>
                    <a:pt x="45" y="0"/>
                    <a:pt x="50" y="6"/>
                    <a:pt x="51" y="18"/>
                  </a:cubicBezTo>
                  <a:cubicBezTo>
                    <a:pt x="49" y="25"/>
                    <a:pt x="44" y="31"/>
                    <a:pt x="39" y="36"/>
                  </a:cubicBezTo>
                  <a:cubicBezTo>
                    <a:pt x="33" y="40"/>
                    <a:pt x="27" y="44"/>
                    <a:pt x="22" y="47"/>
                  </a:cubicBezTo>
                  <a:cubicBezTo>
                    <a:pt x="20" y="47"/>
                    <a:pt x="19" y="48"/>
                    <a:pt x="17" y="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3" name="Freeform 81">
              <a:extLst>
                <a:ext uri="{FF2B5EF4-FFF2-40B4-BE49-F238E27FC236}">
                  <a16:creationId xmlns:a16="http://schemas.microsoft.com/office/drawing/2014/main" id="{F611B606-2F50-4C73-B6E7-3B4713D45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715"/>
              <a:ext cx="38" cy="42"/>
            </a:xfrm>
            <a:custGeom>
              <a:avLst/>
              <a:gdLst>
                <a:gd name="T0" fmla="*/ 3 w 31"/>
                <a:gd name="T1" fmla="*/ 34 h 34"/>
                <a:gd name="T2" fmla="*/ 3 w 31"/>
                <a:gd name="T3" fmla="*/ 29 h 34"/>
                <a:gd name="T4" fmla="*/ 0 w 31"/>
                <a:gd name="T5" fmla="*/ 16 h 34"/>
                <a:gd name="T6" fmla="*/ 7 w 31"/>
                <a:gd name="T7" fmla="*/ 0 h 34"/>
                <a:gd name="T8" fmla="*/ 26 w 31"/>
                <a:gd name="T9" fmla="*/ 23 h 34"/>
                <a:gd name="T10" fmla="*/ 3 w 31"/>
                <a:gd name="T1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4">
                  <a:moveTo>
                    <a:pt x="3" y="34"/>
                  </a:moveTo>
                  <a:cubicBezTo>
                    <a:pt x="1" y="32"/>
                    <a:pt x="2" y="31"/>
                    <a:pt x="3" y="29"/>
                  </a:cubicBezTo>
                  <a:cubicBezTo>
                    <a:pt x="3" y="24"/>
                    <a:pt x="0" y="20"/>
                    <a:pt x="0" y="16"/>
                  </a:cubicBezTo>
                  <a:cubicBezTo>
                    <a:pt x="1" y="7"/>
                    <a:pt x="0" y="4"/>
                    <a:pt x="7" y="0"/>
                  </a:cubicBezTo>
                  <a:cubicBezTo>
                    <a:pt x="12" y="3"/>
                    <a:pt x="31" y="12"/>
                    <a:pt x="26" y="23"/>
                  </a:cubicBezTo>
                  <a:cubicBezTo>
                    <a:pt x="21" y="29"/>
                    <a:pt x="11" y="33"/>
                    <a:pt x="3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4" name="Freeform 82">
              <a:extLst>
                <a:ext uri="{FF2B5EF4-FFF2-40B4-BE49-F238E27FC236}">
                  <a16:creationId xmlns:a16="http://schemas.microsoft.com/office/drawing/2014/main" id="{3E6BF458-A25B-4935-B518-D6F5AFF7BE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728"/>
              <a:ext cx="244" cy="186"/>
            </a:xfrm>
            <a:custGeom>
              <a:avLst/>
              <a:gdLst>
                <a:gd name="T0" fmla="*/ 20 w 197"/>
                <a:gd name="T1" fmla="*/ 150 h 150"/>
                <a:gd name="T2" fmla="*/ 13 w 197"/>
                <a:gd name="T3" fmla="*/ 119 h 150"/>
                <a:gd name="T4" fmla="*/ 17 w 197"/>
                <a:gd name="T5" fmla="*/ 114 h 150"/>
                <a:gd name="T6" fmla="*/ 17 w 197"/>
                <a:gd name="T7" fmla="*/ 113 h 150"/>
                <a:gd name="T8" fmla="*/ 44 w 197"/>
                <a:gd name="T9" fmla="*/ 77 h 150"/>
                <a:gd name="T10" fmla="*/ 52 w 197"/>
                <a:gd name="T11" fmla="*/ 67 h 150"/>
                <a:gd name="T12" fmla="*/ 53 w 197"/>
                <a:gd name="T13" fmla="*/ 78 h 150"/>
                <a:gd name="T14" fmla="*/ 60 w 197"/>
                <a:gd name="T15" fmla="*/ 77 h 150"/>
                <a:gd name="T16" fmla="*/ 85 w 197"/>
                <a:gd name="T17" fmla="*/ 58 h 150"/>
                <a:gd name="T18" fmla="*/ 87 w 197"/>
                <a:gd name="T19" fmla="*/ 48 h 150"/>
                <a:gd name="T20" fmla="*/ 68 w 197"/>
                <a:gd name="T21" fmla="*/ 44 h 150"/>
                <a:gd name="T22" fmla="*/ 88 w 197"/>
                <a:gd name="T23" fmla="*/ 29 h 150"/>
                <a:gd name="T24" fmla="*/ 92 w 197"/>
                <a:gd name="T25" fmla="*/ 9 h 150"/>
                <a:gd name="T26" fmla="*/ 109 w 197"/>
                <a:gd name="T27" fmla="*/ 22 h 150"/>
                <a:gd name="T28" fmla="*/ 110 w 197"/>
                <a:gd name="T29" fmla="*/ 37 h 150"/>
                <a:gd name="T30" fmla="*/ 108 w 197"/>
                <a:gd name="T31" fmla="*/ 46 h 150"/>
                <a:gd name="T32" fmla="*/ 111 w 197"/>
                <a:gd name="T33" fmla="*/ 46 h 150"/>
                <a:gd name="T34" fmla="*/ 131 w 197"/>
                <a:gd name="T35" fmla="*/ 32 h 150"/>
                <a:gd name="T36" fmla="*/ 140 w 197"/>
                <a:gd name="T37" fmla="*/ 5 h 150"/>
                <a:gd name="T38" fmla="*/ 163 w 197"/>
                <a:gd name="T39" fmla="*/ 11 h 150"/>
                <a:gd name="T40" fmla="*/ 176 w 197"/>
                <a:gd name="T41" fmla="*/ 5 h 150"/>
                <a:gd name="T42" fmla="*/ 182 w 197"/>
                <a:gd name="T43" fmla="*/ 4 h 150"/>
                <a:gd name="T44" fmla="*/ 184 w 197"/>
                <a:gd name="T45" fmla="*/ 13 h 150"/>
                <a:gd name="T46" fmla="*/ 157 w 197"/>
                <a:gd name="T47" fmla="*/ 39 h 150"/>
                <a:gd name="T48" fmla="*/ 166 w 197"/>
                <a:gd name="T49" fmla="*/ 29 h 150"/>
                <a:gd name="T50" fmla="*/ 190 w 197"/>
                <a:gd name="T51" fmla="*/ 34 h 150"/>
                <a:gd name="T52" fmla="*/ 184 w 197"/>
                <a:gd name="T53" fmla="*/ 50 h 150"/>
                <a:gd name="T54" fmla="*/ 182 w 197"/>
                <a:gd name="T55" fmla="*/ 54 h 150"/>
                <a:gd name="T56" fmla="*/ 182 w 197"/>
                <a:gd name="T57" fmla="*/ 93 h 150"/>
                <a:gd name="T58" fmla="*/ 173 w 197"/>
                <a:gd name="T59" fmla="*/ 107 h 150"/>
                <a:gd name="T60" fmla="*/ 173 w 197"/>
                <a:gd name="T61" fmla="*/ 107 h 150"/>
                <a:gd name="T62" fmla="*/ 172 w 197"/>
                <a:gd name="T63" fmla="*/ 107 h 150"/>
                <a:gd name="T64" fmla="*/ 158 w 197"/>
                <a:gd name="T65" fmla="*/ 113 h 150"/>
                <a:gd name="T66" fmla="*/ 158 w 197"/>
                <a:gd name="T67" fmla="*/ 58 h 150"/>
                <a:gd name="T68" fmla="*/ 157 w 197"/>
                <a:gd name="T69" fmla="*/ 58 h 150"/>
                <a:gd name="T70" fmla="*/ 139 w 197"/>
                <a:gd name="T71" fmla="*/ 89 h 150"/>
                <a:gd name="T72" fmla="*/ 124 w 197"/>
                <a:gd name="T73" fmla="*/ 80 h 150"/>
                <a:gd name="T74" fmla="*/ 128 w 197"/>
                <a:gd name="T75" fmla="*/ 76 h 150"/>
                <a:gd name="T76" fmla="*/ 130 w 197"/>
                <a:gd name="T77" fmla="*/ 45 h 150"/>
                <a:gd name="T78" fmla="*/ 111 w 197"/>
                <a:gd name="T79" fmla="*/ 64 h 150"/>
                <a:gd name="T80" fmla="*/ 102 w 197"/>
                <a:gd name="T81" fmla="*/ 70 h 150"/>
                <a:gd name="T82" fmla="*/ 97 w 197"/>
                <a:gd name="T83" fmla="*/ 91 h 150"/>
                <a:gd name="T84" fmla="*/ 92 w 197"/>
                <a:gd name="T85" fmla="*/ 101 h 150"/>
                <a:gd name="T86" fmla="*/ 91 w 197"/>
                <a:gd name="T87" fmla="*/ 102 h 150"/>
                <a:gd name="T88" fmla="*/ 74 w 197"/>
                <a:gd name="T89" fmla="*/ 110 h 150"/>
                <a:gd name="T90" fmla="*/ 74 w 197"/>
                <a:gd name="T91" fmla="*/ 107 h 150"/>
                <a:gd name="T92" fmla="*/ 82 w 197"/>
                <a:gd name="T93" fmla="*/ 85 h 150"/>
                <a:gd name="T94" fmla="*/ 63 w 197"/>
                <a:gd name="T95" fmla="*/ 94 h 150"/>
                <a:gd name="T96" fmla="*/ 53 w 197"/>
                <a:gd name="T97" fmla="*/ 91 h 150"/>
                <a:gd name="T98" fmla="*/ 52 w 197"/>
                <a:gd name="T99" fmla="*/ 90 h 150"/>
                <a:gd name="T100" fmla="*/ 48 w 197"/>
                <a:gd name="T101" fmla="*/ 88 h 150"/>
                <a:gd name="T102" fmla="*/ 44 w 197"/>
                <a:gd name="T103" fmla="*/ 100 h 150"/>
                <a:gd name="T104" fmla="*/ 27 w 197"/>
                <a:gd name="T105" fmla="*/ 147 h 150"/>
                <a:gd name="T106" fmla="*/ 20 w 197"/>
                <a:gd name="T107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50">
                  <a:moveTo>
                    <a:pt x="20" y="150"/>
                  </a:moveTo>
                  <a:cubicBezTo>
                    <a:pt x="9" y="146"/>
                    <a:pt x="0" y="124"/>
                    <a:pt x="13" y="119"/>
                  </a:cubicBezTo>
                  <a:cubicBezTo>
                    <a:pt x="13" y="117"/>
                    <a:pt x="15" y="115"/>
                    <a:pt x="17" y="114"/>
                  </a:cubicBezTo>
                  <a:cubicBezTo>
                    <a:pt x="17" y="114"/>
                    <a:pt x="17" y="113"/>
                    <a:pt x="17" y="113"/>
                  </a:cubicBezTo>
                  <a:cubicBezTo>
                    <a:pt x="27" y="103"/>
                    <a:pt x="35" y="88"/>
                    <a:pt x="44" y="77"/>
                  </a:cubicBezTo>
                  <a:cubicBezTo>
                    <a:pt x="46" y="72"/>
                    <a:pt x="47" y="68"/>
                    <a:pt x="52" y="67"/>
                  </a:cubicBezTo>
                  <a:cubicBezTo>
                    <a:pt x="55" y="69"/>
                    <a:pt x="54" y="74"/>
                    <a:pt x="53" y="78"/>
                  </a:cubicBezTo>
                  <a:cubicBezTo>
                    <a:pt x="54" y="79"/>
                    <a:pt x="58" y="78"/>
                    <a:pt x="60" y="77"/>
                  </a:cubicBezTo>
                  <a:cubicBezTo>
                    <a:pt x="68" y="71"/>
                    <a:pt x="78" y="65"/>
                    <a:pt x="85" y="58"/>
                  </a:cubicBezTo>
                  <a:cubicBezTo>
                    <a:pt x="86" y="55"/>
                    <a:pt x="86" y="52"/>
                    <a:pt x="87" y="48"/>
                  </a:cubicBezTo>
                  <a:cubicBezTo>
                    <a:pt x="81" y="50"/>
                    <a:pt x="64" y="54"/>
                    <a:pt x="68" y="44"/>
                  </a:cubicBezTo>
                  <a:cubicBezTo>
                    <a:pt x="75" y="41"/>
                    <a:pt x="84" y="36"/>
                    <a:pt x="88" y="29"/>
                  </a:cubicBezTo>
                  <a:cubicBezTo>
                    <a:pt x="90" y="22"/>
                    <a:pt x="89" y="14"/>
                    <a:pt x="92" y="9"/>
                  </a:cubicBezTo>
                  <a:cubicBezTo>
                    <a:pt x="99" y="5"/>
                    <a:pt x="108" y="14"/>
                    <a:pt x="109" y="22"/>
                  </a:cubicBezTo>
                  <a:cubicBezTo>
                    <a:pt x="112" y="27"/>
                    <a:pt x="121" y="21"/>
                    <a:pt x="110" y="37"/>
                  </a:cubicBezTo>
                  <a:cubicBezTo>
                    <a:pt x="108" y="39"/>
                    <a:pt x="108" y="42"/>
                    <a:pt x="108" y="46"/>
                  </a:cubicBezTo>
                  <a:cubicBezTo>
                    <a:pt x="109" y="46"/>
                    <a:pt x="110" y="46"/>
                    <a:pt x="111" y="46"/>
                  </a:cubicBezTo>
                  <a:cubicBezTo>
                    <a:pt x="117" y="41"/>
                    <a:pt x="124" y="36"/>
                    <a:pt x="131" y="32"/>
                  </a:cubicBezTo>
                  <a:cubicBezTo>
                    <a:pt x="133" y="22"/>
                    <a:pt x="135" y="14"/>
                    <a:pt x="140" y="5"/>
                  </a:cubicBezTo>
                  <a:cubicBezTo>
                    <a:pt x="147" y="0"/>
                    <a:pt x="156" y="5"/>
                    <a:pt x="163" y="11"/>
                  </a:cubicBezTo>
                  <a:cubicBezTo>
                    <a:pt x="168" y="11"/>
                    <a:pt x="172" y="8"/>
                    <a:pt x="176" y="5"/>
                  </a:cubicBezTo>
                  <a:cubicBezTo>
                    <a:pt x="178" y="4"/>
                    <a:pt x="178" y="4"/>
                    <a:pt x="182" y="4"/>
                  </a:cubicBezTo>
                  <a:cubicBezTo>
                    <a:pt x="183" y="7"/>
                    <a:pt x="184" y="9"/>
                    <a:pt x="184" y="13"/>
                  </a:cubicBezTo>
                  <a:cubicBezTo>
                    <a:pt x="181" y="24"/>
                    <a:pt x="151" y="27"/>
                    <a:pt x="157" y="39"/>
                  </a:cubicBezTo>
                  <a:cubicBezTo>
                    <a:pt x="162" y="39"/>
                    <a:pt x="164" y="33"/>
                    <a:pt x="166" y="29"/>
                  </a:cubicBezTo>
                  <a:cubicBezTo>
                    <a:pt x="171" y="26"/>
                    <a:pt x="184" y="30"/>
                    <a:pt x="190" y="34"/>
                  </a:cubicBezTo>
                  <a:cubicBezTo>
                    <a:pt x="197" y="42"/>
                    <a:pt x="192" y="45"/>
                    <a:pt x="184" y="50"/>
                  </a:cubicBezTo>
                  <a:cubicBezTo>
                    <a:pt x="183" y="52"/>
                    <a:pt x="183" y="53"/>
                    <a:pt x="182" y="54"/>
                  </a:cubicBezTo>
                  <a:cubicBezTo>
                    <a:pt x="181" y="70"/>
                    <a:pt x="181" y="70"/>
                    <a:pt x="182" y="93"/>
                  </a:cubicBezTo>
                  <a:cubicBezTo>
                    <a:pt x="179" y="99"/>
                    <a:pt x="177" y="102"/>
                    <a:pt x="173" y="107"/>
                  </a:cubicBezTo>
                  <a:cubicBezTo>
                    <a:pt x="173" y="107"/>
                    <a:pt x="173" y="107"/>
                    <a:pt x="173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69" y="112"/>
                    <a:pt x="162" y="117"/>
                    <a:pt x="158" y="113"/>
                  </a:cubicBezTo>
                  <a:cubicBezTo>
                    <a:pt x="158" y="94"/>
                    <a:pt x="159" y="75"/>
                    <a:pt x="158" y="58"/>
                  </a:cubicBezTo>
                  <a:cubicBezTo>
                    <a:pt x="158" y="58"/>
                    <a:pt x="157" y="58"/>
                    <a:pt x="157" y="58"/>
                  </a:cubicBezTo>
                  <a:cubicBezTo>
                    <a:pt x="156" y="67"/>
                    <a:pt x="147" y="84"/>
                    <a:pt x="139" y="89"/>
                  </a:cubicBezTo>
                  <a:cubicBezTo>
                    <a:pt x="132" y="90"/>
                    <a:pt x="126" y="86"/>
                    <a:pt x="124" y="80"/>
                  </a:cubicBezTo>
                  <a:cubicBezTo>
                    <a:pt x="125" y="78"/>
                    <a:pt x="126" y="77"/>
                    <a:pt x="128" y="76"/>
                  </a:cubicBezTo>
                  <a:cubicBezTo>
                    <a:pt x="132" y="68"/>
                    <a:pt x="130" y="53"/>
                    <a:pt x="130" y="45"/>
                  </a:cubicBezTo>
                  <a:cubicBezTo>
                    <a:pt x="125" y="46"/>
                    <a:pt x="115" y="59"/>
                    <a:pt x="111" y="64"/>
                  </a:cubicBezTo>
                  <a:cubicBezTo>
                    <a:pt x="108" y="66"/>
                    <a:pt x="105" y="68"/>
                    <a:pt x="102" y="70"/>
                  </a:cubicBezTo>
                  <a:cubicBezTo>
                    <a:pt x="100" y="77"/>
                    <a:pt x="98" y="84"/>
                    <a:pt x="97" y="91"/>
                  </a:cubicBezTo>
                  <a:cubicBezTo>
                    <a:pt x="95" y="95"/>
                    <a:pt x="93" y="98"/>
                    <a:pt x="92" y="101"/>
                  </a:cubicBezTo>
                  <a:cubicBezTo>
                    <a:pt x="91" y="101"/>
                    <a:pt x="91" y="101"/>
                    <a:pt x="91" y="102"/>
                  </a:cubicBezTo>
                  <a:cubicBezTo>
                    <a:pt x="88" y="106"/>
                    <a:pt x="80" y="118"/>
                    <a:pt x="74" y="110"/>
                  </a:cubicBezTo>
                  <a:cubicBezTo>
                    <a:pt x="74" y="109"/>
                    <a:pt x="74" y="108"/>
                    <a:pt x="74" y="107"/>
                  </a:cubicBezTo>
                  <a:cubicBezTo>
                    <a:pt x="79" y="101"/>
                    <a:pt x="82" y="92"/>
                    <a:pt x="82" y="85"/>
                  </a:cubicBezTo>
                  <a:cubicBezTo>
                    <a:pt x="75" y="87"/>
                    <a:pt x="70" y="94"/>
                    <a:pt x="63" y="94"/>
                  </a:cubicBezTo>
                  <a:cubicBezTo>
                    <a:pt x="59" y="93"/>
                    <a:pt x="55" y="92"/>
                    <a:pt x="53" y="91"/>
                  </a:cubicBezTo>
                  <a:cubicBezTo>
                    <a:pt x="53" y="90"/>
                    <a:pt x="53" y="90"/>
                    <a:pt x="52" y="90"/>
                  </a:cubicBezTo>
                  <a:cubicBezTo>
                    <a:pt x="51" y="89"/>
                    <a:pt x="49" y="87"/>
                    <a:pt x="48" y="88"/>
                  </a:cubicBezTo>
                  <a:cubicBezTo>
                    <a:pt x="47" y="91"/>
                    <a:pt x="45" y="96"/>
                    <a:pt x="44" y="100"/>
                  </a:cubicBezTo>
                  <a:cubicBezTo>
                    <a:pt x="37" y="115"/>
                    <a:pt x="32" y="130"/>
                    <a:pt x="27" y="147"/>
                  </a:cubicBezTo>
                  <a:cubicBezTo>
                    <a:pt x="24" y="149"/>
                    <a:pt x="23" y="150"/>
                    <a:pt x="20" y="1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5" name="Freeform 83">
              <a:extLst>
                <a:ext uri="{FF2B5EF4-FFF2-40B4-BE49-F238E27FC236}">
                  <a16:creationId xmlns:a16="http://schemas.microsoft.com/office/drawing/2014/main" id="{50A33DB4-5582-41D6-B173-A2E7CC6E37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1" y="757"/>
              <a:ext cx="37" cy="49"/>
            </a:xfrm>
            <a:custGeom>
              <a:avLst/>
              <a:gdLst>
                <a:gd name="T0" fmla="*/ 5 w 30"/>
                <a:gd name="T1" fmla="*/ 39 h 39"/>
                <a:gd name="T2" fmla="*/ 6 w 30"/>
                <a:gd name="T3" fmla="*/ 28 h 39"/>
                <a:gd name="T4" fmla="*/ 6 w 30"/>
                <a:gd name="T5" fmla="*/ 1 h 39"/>
                <a:gd name="T6" fmla="*/ 10 w 30"/>
                <a:gd name="T7" fmla="*/ 0 h 39"/>
                <a:gd name="T8" fmla="*/ 25 w 30"/>
                <a:gd name="T9" fmla="*/ 17 h 39"/>
                <a:gd name="T10" fmla="*/ 5 w 30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9">
                  <a:moveTo>
                    <a:pt x="5" y="39"/>
                  </a:moveTo>
                  <a:cubicBezTo>
                    <a:pt x="3" y="35"/>
                    <a:pt x="6" y="31"/>
                    <a:pt x="6" y="28"/>
                  </a:cubicBezTo>
                  <a:cubicBezTo>
                    <a:pt x="3" y="17"/>
                    <a:pt x="0" y="9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4" y="4"/>
                    <a:pt x="21" y="11"/>
                    <a:pt x="25" y="17"/>
                  </a:cubicBezTo>
                  <a:cubicBezTo>
                    <a:pt x="30" y="29"/>
                    <a:pt x="14" y="35"/>
                    <a:pt x="5" y="3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6" name="Freeform 84">
              <a:extLst>
                <a:ext uri="{FF2B5EF4-FFF2-40B4-BE49-F238E27FC236}">
                  <a16:creationId xmlns:a16="http://schemas.microsoft.com/office/drawing/2014/main" id="{5FBBE54F-D25D-47B3-AFB3-BDD1AADE3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708"/>
              <a:ext cx="46" cy="47"/>
            </a:xfrm>
            <a:custGeom>
              <a:avLst/>
              <a:gdLst>
                <a:gd name="T0" fmla="*/ 7 w 37"/>
                <a:gd name="T1" fmla="*/ 38 h 38"/>
                <a:gd name="T2" fmla="*/ 4 w 37"/>
                <a:gd name="T3" fmla="*/ 36 h 38"/>
                <a:gd name="T4" fmla="*/ 6 w 37"/>
                <a:gd name="T5" fmla="*/ 29 h 38"/>
                <a:gd name="T6" fmla="*/ 11 w 37"/>
                <a:gd name="T7" fmla="*/ 0 h 38"/>
                <a:gd name="T8" fmla="*/ 16 w 37"/>
                <a:gd name="T9" fmla="*/ 7 h 38"/>
                <a:gd name="T10" fmla="*/ 24 w 37"/>
                <a:gd name="T11" fmla="*/ 32 h 38"/>
                <a:gd name="T12" fmla="*/ 7 w 3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8">
                  <a:moveTo>
                    <a:pt x="7" y="38"/>
                  </a:moveTo>
                  <a:cubicBezTo>
                    <a:pt x="5" y="37"/>
                    <a:pt x="5" y="37"/>
                    <a:pt x="4" y="36"/>
                  </a:cubicBezTo>
                  <a:cubicBezTo>
                    <a:pt x="6" y="33"/>
                    <a:pt x="7" y="32"/>
                    <a:pt x="6" y="29"/>
                  </a:cubicBezTo>
                  <a:cubicBezTo>
                    <a:pt x="0" y="20"/>
                    <a:pt x="0" y="5"/>
                    <a:pt x="11" y="0"/>
                  </a:cubicBezTo>
                  <a:cubicBezTo>
                    <a:pt x="14" y="0"/>
                    <a:pt x="15" y="3"/>
                    <a:pt x="16" y="7"/>
                  </a:cubicBezTo>
                  <a:cubicBezTo>
                    <a:pt x="23" y="14"/>
                    <a:pt x="37" y="23"/>
                    <a:pt x="24" y="32"/>
                  </a:cubicBezTo>
                  <a:cubicBezTo>
                    <a:pt x="18" y="35"/>
                    <a:pt x="13" y="36"/>
                    <a:pt x="7" y="3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7" name="Freeform 85">
              <a:extLst>
                <a:ext uri="{FF2B5EF4-FFF2-40B4-BE49-F238E27FC236}">
                  <a16:creationId xmlns:a16="http://schemas.microsoft.com/office/drawing/2014/main" id="{05D23587-7D88-4D65-8FB3-359E2BC994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7" y="765"/>
              <a:ext cx="26" cy="39"/>
            </a:xfrm>
            <a:custGeom>
              <a:avLst/>
              <a:gdLst>
                <a:gd name="T0" fmla="*/ 10 w 21"/>
                <a:gd name="T1" fmla="*/ 31 h 31"/>
                <a:gd name="T2" fmla="*/ 3 w 21"/>
                <a:gd name="T3" fmla="*/ 4 h 31"/>
                <a:gd name="T4" fmla="*/ 21 w 21"/>
                <a:gd name="T5" fmla="*/ 18 h 31"/>
                <a:gd name="T6" fmla="*/ 10 w 2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1">
                  <a:moveTo>
                    <a:pt x="10" y="31"/>
                  </a:moveTo>
                  <a:cubicBezTo>
                    <a:pt x="0" y="27"/>
                    <a:pt x="2" y="11"/>
                    <a:pt x="3" y="4"/>
                  </a:cubicBezTo>
                  <a:cubicBezTo>
                    <a:pt x="11" y="0"/>
                    <a:pt x="20" y="9"/>
                    <a:pt x="21" y="18"/>
                  </a:cubicBezTo>
                  <a:cubicBezTo>
                    <a:pt x="19" y="27"/>
                    <a:pt x="19" y="29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8" name="Freeform 86">
              <a:extLst>
                <a:ext uri="{FF2B5EF4-FFF2-40B4-BE49-F238E27FC236}">
                  <a16:creationId xmlns:a16="http://schemas.microsoft.com/office/drawing/2014/main" id="{1E459A23-FF56-4AC4-96C6-05121EB4B8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57" y="673"/>
              <a:ext cx="166" cy="224"/>
            </a:xfrm>
            <a:custGeom>
              <a:avLst/>
              <a:gdLst>
                <a:gd name="T0" fmla="*/ 71 w 134"/>
                <a:gd name="T1" fmla="*/ 180 h 180"/>
                <a:gd name="T2" fmla="*/ 34 w 134"/>
                <a:gd name="T3" fmla="*/ 173 h 180"/>
                <a:gd name="T4" fmla="*/ 56 w 134"/>
                <a:gd name="T5" fmla="*/ 148 h 180"/>
                <a:gd name="T6" fmla="*/ 0 w 134"/>
                <a:gd name="T7" fmla="*/ 147 h 180"/>
                <a:gd name="T8" fmla="*/ 56 w 134"/>
                <a:gd name="T9" fmla="*/ 124 h 180"/>
                <a:gd name="T10" fmla="*/ 75 w 134"/>
                <a:gd name="T11" fmla="*/ 108 h 180"/>
                <a:gd name="T12" fmla="*/ 91 w 134"/>
                <a:gd name="T13" fmla="*/ 96 h 180"/>
                <a:gd name="T14" fmla="*/ 32 w 134"/>
                <a:gd name="T15" fmla="*/ 119 h 180"/>
                <a:gd name="T16" fmla="*/ 34 w 134"/>
                <a:gd name="T17" fmla="*/ 108 h 180"/>
                <a:gd name="T18" fmla="*/ 73 w 134"/>
                <a:gd name="T19" fmla="*/ 81 h 180"/>
                <a:gd name="T20" fmla="*/ 71 w 134"/>
                <a:gd name="T21" fmla="*/ 78 h 180"/>
                <a:gd name="T22" fmla="*/ 39 w 134"/>
                <a:gd name="T23" fmla="*/ 93 h 180"/>
                <a:gd name="T24" fmla="*/ 27 w 134"/>
                <a:gd name="T25" fmla="*/ 61 h 180"/>
                <a:gd name="T26" fmla="*/ 33 w 134"/>
                <a:gd name="T27" fmla="*/ 44 h 180"/>
                <a:gd name="T28" fmla="*/ 46 w 134"/>
                <a:gd name="T29" fmla="*/ 56 h 180"/>
                <a:gd name="T30" fmla="*/ 60 w 134"/>
                <a:gd name="T31" fmla="*/ 66 h 180"/>
                <a:gd name="T32" fmla="*/ 68 w 134"/>
                <a:gd name="T33" fmla="*/ 55 h 180"/>
                <a:gd name="T34" fmla="*/ 64 w 134"/>
                <a:gd name="T35" fmla="*/ 45 h 180"/>
                <a:gd name="T36" fmla="*/ 84 w 134"/>
                <a:gd name="T37" fmla="*/ 25 h 180"/>
                <a:gd name="T38" fmla="*/ 111 w 134"/>
                <a:gd name="T39" fmla="*/ 20 h 180"/>
                <a:gd name="T40" fmla="*/ 110 w 134"/>
                <a:gd name="T41" fmla="*/ 29 h 180"/>
                <a:gd name="T42" fmla="*/ 132 w 134"/>
                <a:gd name="T43" fmla="*/ 44 h 180"/>
                <a:gd name="T44" fmla="*/ 115 w 134"/>
                <a:gd name="T45" fmla="*/ 77 h 180"/>
                <a:gd name="T46" fmla="*/ 120 w 134"/>
                <a:gd name="T47" fmla="*/ 94 h 180"/>
                <a:gd name="T48" fmla="*/ 78 w 134"/>
                <a:gd name="T49" fmla="*/ 114 h 180"/>
                <a:gd name="T50" fmla="*/ 92 w 134"/>
                <a:gd name="T51" fmla="*/ 119 h 180"/>
                <a:gd name="T52" fmla="*/ 81 w 134"/>
                <a:gd name="T53" fmla="*/ 140 h 180"/>
                <a:gd name="T54" fmla="*/ 72 w 134"/>
                <a:gd name="T55" fmla="*/ 180 h 180"/>
                <a:gd name="T56" fmla="*/ 106 w 134"/>
                <a:gd name="T57" fmla="*/ 53 h 180"/>
                <a:gd name="T58" fmla="*/ 87 w 134"/>
                <a:gd name="T59" fmla="*/ 59 h 180"/>
                <a:gd name="T60" fmla="*/ 87 w 134"/>
                <a:gd name="T61" fmla="*/ 60 h 180"/>
                <a:gd name="T62" fmla="*/ 92 w 134"/>
                <a:gd name="T63" fmla="*/ 58 h 180"/>
                <a:gd name="T64" fmla="*/ 99 w 134"/>
                <a:gd name="T65" fmla="*/ 6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" h="180">
                  <a:moveTo>
                    <a:pt x="72" y="180"/>
                  </a:moveTo>
                  <a:cubicBezTo>
                    <a:pt x="71" y="180"/>
                    <a:pt x="71" y="180"/>
                    <a:pt x="71" y="180"/>
                  </a:cubicBezTo>
                  <a:cubicBezTo>
                    <a:pt x="58" y="180"/>
                    <a:pt x="46" y="179"/>
                    <a:pt x="34" y="175"/>
                  </a:cubicBezTo>
                  <a:cubicBezTo>
                    <a:pt x="34" y="174"/>
                    <a:pt x="34" y="174"/>
                    <a:pt x="34" y="173"/>
                  </a:cubicBezTo>
                  <a:cubicBezTo>
                    <a:pt x="41" y="169"/>
                    <a:pt x="50" y="170"/>
                    <a:pt x="55" y="163"/>
                  </a:cubicBezTo>
                  <a:cubicBezTo>
                    <a:pt x="56" y="157"/>
                    <a:pt x="57" y="152"/>
                    <a:pt x="56" y="148"/>
                  </a:cubicBezTo>
                  <a:cubicBezTo>
                    <a:pt x="43" y="148"/>
                    <a:pt x="37" y="157"/>
                    <a:pt x="27" y="161"/>
                  </a:cubicBezTo>
                  <a:cubicBezTo>
                    <a:pt x="18" y="162"/>
                    <a:pt x="3" y="154"/>
                    <a:pt x="0" y="147"/>
                  </a:cubicBezTo>
                  <a:cubicBezTo>
                    <a:pt x="0" y="136"/>
                    <a:pt x="3" y="141"/>
                    <a:pt x="14" y="140"/>
                  </a:cubicBezTo>
                  <a:cubicBezTo>
                    <a:pt x="28" y="138"/>
                    <a:pt x="43" y="130"/>
                    <a:pt x="56" y="124"/>
                  </a:cubicBezTo>
                  <a:cubicBezTo>
                    <a:pt x="59" y="121"/>
                    <a:pt x="59" y="121"/>
                    <a:pt x="61" y="121"/>
                  </a:cubicBezTo>
                  <a:cubicBezTo>
                    <a:pt x="64" y="112"/>
                    <a:pt x="66" y="110"/>
                    <a:pt x="75" y="108"/>
                  </a:cubicBezTo>
                  <a:cubicBezTo>
                    <a:pt x="79" y="106"/>
                    <a:pt x="79" y="106"/>
                    <a:pt x="90" y="100"/>
                  </a:cubicBezTo>
                  <a:cubicBezTo>
                    <a:pt x="90" y="99"/>
                    <a:pt x="91" y="98"/>
                    <a:pt x="91" y="96"/>
                  </a:cubicBezTo>
                  <a:cubicBezTo>
                    <a:pt x="74" y="98"/>
                    <a:pt x="61" y="112"/>
                    <a:pt x="48" y="121"/>
                  </a:cubicBezTo>
                  <a:cubicBezTo>
                    <a:pt x="41" y="122"/>
                    <a:pt x="36" y="121"/>
                    <a:pt x="32" y="119"/>
                  </a:cubicBezTo>
                  <a:cubicBezTo>
                    <a:pt x="29" y="120"/>
                    <a:pt x="12" y="123"/>
                    <a:pt x="20" y="116"/>
                  </a:cubicBezTo>
                  <a:cubicBezTo>
                    <a:pt x="25" y="114"/>
                    <a:pt x="29" y="111"/>
                    <a:pt x="34" y="108"/>
                  </a:cubicBezTo>
                  <a:cubicBezTo>
                    <a:pt x="47" y="100"/>
                    <a:pt x="61" y="93"/>
                    <a:pt x="74" y="85"/>
                  </a:cubicBezTo>
                  <a:cubicBezTo>
                    <a:pt x="74" y="83"/>
                    <a:pt x="73" y="82"/>
                    <a:pt x="73" y="81"/>
                  </a:cubicBezTo>
                  <a:cubicBezTo>
                    <a:pt x="73" y="79"/>
                    <a:pt x="74" y="77"/>
                    <a:pt x="74" y="75"/>
                  </a:cubicBezTo>
                  <a:cubicBezTo>
                    <a:pt x="72" y="76"/>
                    <a:pt x="71" y="76"/>
                    <a:pt x="71" y="78"/>
                  </a:cubicBezTo>
                  <a:cubicBezTo>
                    <a:pt x="63" y="81"/>
                    <a:pt x="59" y="88"/>
                    <a:pt x="53" y="81"/>
                  </a:cubicBezTo>
                  <a:cubicBezTo>
                    <a:pt x="51" y="88"/>
                    <a:pt x="46" y="93"/>
                    <a:pt x="39" y="93"/>
                  </a:cubicBezTo>
                  <a:cubicBezTo>
                    <a:pt x="32" y="89"/>
                    <a:pt x="32" y="77"/>
                    <a:pt x="31" y="72"/>
                  </a:cubicBezTo>
                  <a:cubicBezTo>
                    <a:pt x="30" y="71"/>
                    <a:pt x="29" y="67"/>
                    <a:pt x="27" y="61"/>
                  </a:cubicBezTo>
                  <a:cubicBezTo>
                    <a:pt x="24" y="55"/>
                    <a:pt x="18" y="47"/>
                    <a:pt x="22" y="42"/>
                  </a:cubicBezTo>
                  <a:cubicBezTo>
                    <a:pt x="27" y="38"/>
                    <a:pt x="29" y="37"/>
                    <a:pt x="33" y="44"/>
                  </a:cubicBezTo>
                  <a:cubicBezTo>
                    <a:pt x="37" y="47"/>
                    <a:pt x="42" y="51"/>
                    <a:pt x="45" y="56"/>
                  </a:cubicBezTo>
                  <a:cubicBezTo>
                    <a:pt x="45" y="56"/>
                    <a:pt x="46" y="56"/>
                    <a:pt x="46" y="56"/>
                  </a:cubicBezTo>
                  <a:cubicBezTo>
                    <a:pt x="48" y="62"/>
                    <a:pt x="54" y="69"/>
                    <a:pt x="53" y="77"/>
                  </a:cubicBezTo>
                  <a:cubicBezTo>
                    <a:pt x="57" y="75"/>
                    <a:pt x="62" y="71"/>
                    <a:pt x="60" y="66"/>
                  </a:cubicBezTo>
                  <a:cubicBezTo>
                    <a:pt x="53" y="63"/>
                    <a:pt x="57" y="57"/>
                    <a:pt x="61" y="55"/>
                  </a:cubicBezTo>
                  <a:cubicBezTo>
                    <a:pt x="64" y="55"/>
                    <a:pt x="64" y="55"/>
                    <a:pt x="68" y="55"/>
                  </a:cubicBezTo>
                  <a:cubicBezTo>
                    <a:pt x="68" y="53"/>
                    <a:pt x="68" y="53"/>
                    <a:pt x="67" y="52"/>
                  </a:cubicBezTo>
                  <a:cubicBezTo>
                    <a:pt x="62" y="50"/>
                    <a:pt x="63" y="49"/>
                    <a:pt x="64" y="45"/>
                  </a:cubicBezTo>
                  <a:cubicBezTo>
                    <a:pt x="58" y="43"/>
                    <a:pt x="56" y="37"/>
                    <a:pt x="58" y="32"/>
                  </a:cubicBezTo>
                  <a:cubicBezTo>
                    <a:pt x="76" y="28"/>
                    <a:pt x="76" y="28"/>
                    <a:pt x="84" y="25"/>
                  </a:cubicBezTo>
                  <a:cubicBezTo>
                    <a:pt x="89" y="19"/>
                    <a:pt x="95" y="0"/>
                    <a:pt x="106" y="4"/>
                  </a:cubicBezTo>
                  <a:cubicBezTo>
                    <a:pt x="109" y="7"/>
                    <a:pt x="111" y="14"/>
                    <a:pt x="111" y="20"/>
                  </a:cubicBezTo>
                  <a:cubicBezTo>
                    <a:pt x="109" y="23"/>
                    <a:pt x="107" y="25"/>
                    <a:pt x="107" y="28"/>
                  </a:cubicBezTo>
                  <a:cubicBezTo>
                    <a:pt x="108" y="28"/>
                    <a:pt x="109" y="28"/>
                    <a:pt x="110" y="29"/>
                  </a:cubicBezTo>
                  <a:cubicBezTo>
                    <a:pt x="117" y="25"/>
                    <a:pt x="121" y="21"/>
                    <a:pt x="125" y="31"/>
                  </a:cubicBezTo>
                  <a:cubicBezTo>
                    <a:pt x="132" y="35"/>
                    <a:pt x="134" y="34"/>
                    <a:pt x="132" y="44"/>
                  </a:cubicBezTo>
                  <a:cubicBezTo>
                    <a:pt x="127" y="55"/>
                    <a:pt x="121" y="66"/>
                    <a:pt x="115" y="76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7" y="77"/>
                    <a:pt x="118" y="78"/>
                    <a:pt x="119" y="78"/>
                  </a:cubicBezTo>
                  <a:cubicBezTo>
                    <a:pt x="120" y="83"/>
                    <a:pt x="120" y="88"/>
                    <a:pt x="120" y="94"/>
                  </a:cubicBezTo>
                  <a:cubicBezTo>
                    <a:pt x="116" y="100"/>
                    <a:pt x="110" y="100"/>
                    <a:pt x="103" y="101"/>
                  </a:cubicBezTo>
                  <a:cubicBezTo>
                    <a:pt x="94" y="106"/>
                    <a:pt x="86" y="109"/>
                    <a:pt x="78" y="114"/>
                  </a:cubicBezTo>
                  <a:cubicBezTo>
                    <a:pt x="78" y="116"/>
                    <a:pt x="78" y="118"/>
                    <a:pt x="79" y="120"/>
                  </a:cubicBezTo>
                  <a:cubicBezTo>
                    <a:pt x="83" y="120"/>
                    <a:pt x="87" y="120"/>
                    <a:pt x="92" y="119"/>
                  </a:cubicBezTo>
                  <a:cubicBezTo>
                    <a:pt x="96" y="123"/>
                    <a:pt x="96" y="131"/>
                    <a:pt x="93" y="136"/>
                  </a:cubicBezTo>
                  <a:cubicBezTo>
                    <a:pt x="88" y="137"/>
                    <a:pt x="85" y="138"/>
                    <a:pt x="81" y="140"/>
                  </a:cubicBezTo>
                  <a:cubicBezTo>
                    <a:pt x="81" y="142"/>
                    <a:pt x="81" y="144"/>
                    <a:pt x="80" y="147"/>
                  </a:cubicBezTo>
                  <a:cubicBezTo>
                    <a:pt x="81" y="156"/>
                    <a:pt x="85" y="178"/>
                    <a:pt x="72" y="180"/>
                  </a:cubicBezTo>
                  <a:moveTo>
                    <a:pt x="99" y="67"/>
                  </a:moveTo>
                  <a:cubicBezTo>
                    <a:pt x="103" y="63"/>
                    <a:pt x="106" y="58"/>
                    <a:pt x="106" y="53"/>
                  </a:cubicBezTo>
                  <a:cubicBezTo>
                    <a:pt x="102" y="49"/>
                    <a:pt x="96" y="49"/>
                    <a:pt x="92" y="49"/>
                  </a:cubicBezTo>
                  <a:cubicBezTo>
                    <a:pt x="92" y="51"/>
                    <a:pt x="92" y="51"/>
                    <a:pt x="87" y="59"/>
                  </a:cubicBezTo>
                  <a:cubicBezTo>
                    <a:pt x="88" y="59"/>
                    <a:pt x="88" y="59"/>
                    <a:pt x="89" y="59"/>
                  </a:cubicBezTo>
                  <a:cubicBezTo>
                    <a:pt x="88" y="60"/>
                    <a:pt x="88" y="60"/>
                    <a:pt x="87" y="60"/>
                  </a:cubicBezTo>
                  <a:cubicBezTo>
                    <a:pt x="87" y="60"/>
                    <a:pt x="88" y="60"/>
                    <a:pt x="88" y="61"/>
                  </a:cubicBezTo>
                  <a:cubicBezTo>
                    <a:pt x="90" y="61"/>
                    <a:pt x="91" y="59"/>
                    <a:pt x="92" y="58"/>
                  </a:cubicBezTo>
                  <a:cubicBezTo>
                    <a:pt x="98" y="57"/>
                    <a:pt x="98" y="59"/>
                    <a:pt x="98" y="67"/>
                  </a:cubicBezTo>
                  <a:cubicBezTo>
                    <a:pt x="98" y="67"/>
                    <a:pt x="98" y="67"/>
                    <a:pt x="99" y="6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9" name="Freeform 87">
              <a:extLst>
                <a:ext uri="{FF2B5EF4-FFF2-40B4-BE49-F238E27FC236}">
                  <a16:creationId xmlns:a16="http://schemas.microsoft.com/office/drawing/2014/main" id="{2E298F70-0D26-4F2A-A966-ABBB6EED12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5" y="933"/>
              <a:ext cx="31" cy="40"/>
            </a:xfrm>
            <a:custGeom>
              <a:avLst/>
              <a:gdLst>
                <a:gd name="T0" fmla="*/ 0 w 31"/>
                <a:gd name="T1" fmla="*/ 35 h 40"/>
                <a:gd name="T2" fmla="*/ 24 w 31"/>
                <a:gd name="T3" fmla="*/ 5 h 40"/>
                <a:gd name="T4" fmla="*/ 2 w 31"/>
                <a:gd name="T5" fmla="*/ 5 h 40"/>
                <a:gd name="T6" fmla="*/ 2 w 31"/>
                <a:gd name="T7" fmla="*/ 3 h 40"/>
                <a:gd name="T8" fmla="*/ 2 w 31"/>
                <a:gd name="T9" fmla="*/ 0 h 40"/>
                <a:gd name="T10" fmla="*/ 31 w 31"/>
                <a:gd name="T11" fmla="*/ 0 h 40"/>
                <a:gd name="T12" fmla="*/ 31 w 31"/>
                <a:gd name="T13" fmla="*/ 3 h 40"/>
                <a:gd name="T14" fmla="*/ 31 w 31"/>
                <a:gd name="T15" fmla="*/ 5 h 40"/>
                <a:gd name="T16" fmla="*/ 6 w 31"/>
                <a:gd name="T17" fmla="*/ 35 h 40"/>
                <a:gd name="T18" fmla="*/ 31 w 31"/>
                <a:gd name="T19" fmla="*/ 35 h 40"/>
                <a:gd name="T20" fmla="*/ 31 w 31"/>
                <a:gd name="T21" fmla="*/ 37 h 40"/>
                <a:gd name="T22" fmla="*/ 31 w 31"/>
                <a:gd name="T23" fmla="*/ 40 h 40"/>
                <a:gd name="T24" fmla="*/ 0 w 31"/>
                <a:gd name="T25" fmla="*/ 40 h 40"/>
                <a:gd name="T26" fmla="*/ 0 w 31"/>
                <a:gd name="T27" fmla="*/ 37 h 40"/>
                <a:gd name="T28" fmla="*/ 0 w 31"/>
                <a:gd name="T29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0" y="35"/>
                  </a:moveTo>
                  <a:lnTo>
                    <a:pt x="24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6" y="35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0" name="Freeform 88">
              <a:extLst>
                <a:ext uri="{FF2B5EF4-FFF2-40B4-BE49-F238E27FC236}">
                  <a16:creationId xmlns:a16="http://schemas.microsoft.com/office/drawing/2014/main" id="{46F33F38-E018-48DD-AE02-8E67040786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933"/>
              <a:ext cx="31" cy="40"/>
            </a:xfrm>
            <a:custGeom>
              <a:avLst/>
              <a:gdLst>
                <a:gd name="T0" fmla="*/ 0 w 31"/>
                <a:gd name="T1" fmla="*/ 0 h 40"/>
                <a:gd name="T2" fmla="*/ 2 w 31"/>
                <a:gd name="T3" fmla="*/ 0 h 40"/>
                <a:gd name="T4" fmla="*/ 5 w 31"/>
                <a:gd name="T5" fmla="*/ 0 h 40"/>
                <a:gd name="T6" fmla="*/ 5 w 31"/>
                <a:gd name="T7" fmla="*/ 16 h 40"/>
                <a:gd name="T8" fmla="*/ 26 w 31"/>
                <a:gd name="T9" fmla="*/ 16 h 40"/>
                <a:gd name="T10" fmla="*/ 26 w 31"/>
                <a:gd name="T11" fmla="*/ 0 h 40"/>
                <a:gd name="T12" fmla="*/ 28 w 31"/>
                <a:gd name="T13" fmla="*/ 0 h 40"/>
                <a:gd name="T14" fmla="*/ 31 w 31"/>
                <a:gd name="T15" fmla="*/ 0 h 40"/>
                <a:gd name="T16" fmla="*/ 31 w 31"/>
                <a:gd name="T17" fmla="*/ 40 h 40"/>
                <a:gd name="T18" fmla="*/ 28 w 31"/>
                <a:gd name="T19" fmla="*/ 40 h 40"/>
                <a:gd name="T20" fmla="*/ 26 w 31"/>
                <a:gd name="T21" fmla="*/ 40 h 40"/>
                <a:gd name="T22" fmla="*/ 26 w 31"/>
                <a:gd name="T23" fmla="*/ 21 h 40"/>
                <a:gd name="T24" fmla="*/ 5 w 31"/>
                <a:gd name="T25" fmla="*/ 21 h 40"/>
                <a:gd name="T26" fmla="*/ 5 w 31"/>
                <a:gd name="T27" fmla="*/ 40 h 40"/>
                <a:gd name="T28" fmla="*/ 2 w 31"/>
                <a:gd name="T29" fmla="*/ 40 h 40"/>
                <a:gd name="T30" fmla="*/ 0 w 31"/>
                <a:gd name="T31" fmla="*/ 40 h 40"/>
                <a:gd name="T32" fmla="*/ 0 w 31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16"/>
                  </a:lnTo>
                  <a:lnTo>
                    <a:pt x="26" y="16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21"/>
                  </a:lnTo>
                  <a:lnTo>
                    <a:pt x="5" y="2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81A7FA4F-D46A-4C1A-97D3-233F93D2D1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3" y="933"/>
              <a:ext cx="29" cy="40"/>
            </a:xfrm>
            <a:custGeom>
              <a:avLst/>
              <a:gdLst>
                <a:gd name="T0" fmla="*/ 0 w 29"/>
                <a:gd name="T1" fmla="*/ 40 h 40"/>
                <a:gd name="T2" fmla="*/ 0 w 29"/>
                <a:gd name="T3" fmla="*/ 0 h 40"/>
                <a:gd name="T4" fmla="*/ 29 w 29"/>
                <a:gd name="T5" fmla="*/ 0 h 40"/>
                <a:gd name="T6" fmla="*/ 29 w 29"/>
                <a:gd name="T7" fmla="*/ 3 h 40"/>
                <a:gd name="T8" fmla="*/ 29 w 29"/>
                <a:gd name="T9" fmla="*/ 5 h 40"/>
                <a:gd name="T10" fmla="*/ 6 w 29"/>
                <a:gd name="T11" fmla="*/ 5 h 40"/>
                <a:gd name="T12" fmla="*/ 6 w 29"/>
                <a:gd name="T13" fmla="*/ 16 h 40"/>
                <a:gd name="T14" fmla="*/ 27 w 29"/>
                <a:gd name="T15" fmla="*/ 16 h 40"/>
                <a:gd name="T16" fmla="*/ 27 w 29"/>
                <a:gd name="T17" fmla="*/ 19 h 40"/>
                <a:gd name="T18" fmla="*/ 27 w 29"/>
                <a:gd name="T19" fmla="*/ 21 h 40"/>
                <a:gd name="T20" fmla="*/ 6 w 29"/>
                <a:gd name="T21" fmla="*/ 21 h 40"/>
                <a:gd name="T22" fmla="*/ 6 w 29"/>
                <a:gd name="T23" fmla="*/ 35 h 40"/>
                <a:gd name="T24" fmla="*/ 29 w 29"/>
                <a:gd name="T25" fmla="*/ 35 h 40"/>
                <a:gd name="T26" fmla="*/ 29 w 29"/>
                <a:gd name="T27" fmla="*/ 37 h 40"/>
                <a:gd name="T28" fmla="*/ 29 w 29"/>
                <a:gd name="T29" fmla="*/ 40 h 40"/>
                <a:gd name="T30" fmla="*/ 0 w 29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lnTo>
                    <a:pt x="0" y="0"/>
                  </a:lnTo>
                  <a:lnTo>
                    <a:pt x="29" y="0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29" y="35"/>
                  </a:lnTo>
                  <a:lnTo>
                    <a:pt x="29" y="37"/>
                  </a:lnTo>
                  <a:lnTo>
                    <a:pt x="29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2" name="Freeform 90">
              <a:extLst>
                <a:ext uri="{FF2B5EF4-FFF2-40B4-BE49-F238E27FC236}">
                  <a16:creationId xmlns:a16="http://schemas.microsoft.com/office/drawing/2014/main" id="{A8FC6536-F9BC-4441-8721-A27B85191F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2" y="933"/>
              <a:ext cx="22" cy="40"/>
            </a:xfrm>
            <a:custGeom>
              <a:avLst/>
              <a:gdLst>
                <a:gd name="T0" fmla="*/ 14 w 18"/>
                <a:gd name="T1" fmla="*/ 0 h 32"/>
                <a:gd name="T2" fmla="*/ 16 w 18"/>
                <a:gd name="T3" fmla="*/ 0 h 32"/>
                <a:gd name="T4" fmla="*/ 18 w 18"/>
                <a:gd name="T5" fmla="*/ 0 h 32"/>
                <a:gd name="T6" fmla="*/ 18 w 18"/>
                <a:gd name="T7" fmla="*/ 23 h 32"/>
                <a:gd name="T8" fmla="*/ 16 w 18"/>
                <a:gd name="T9" fmla="*/ 30 h 32"/>
                <a:gd name="T10" fmla="*/ 9 w 18"/>
                <a:gd name="T11" fmla="*/ 32 h 32"/>
                <a:gd name="T12" fmla="*/ 2 w 18"/>
                <a:gd name="T13" fmla="*/ 30 h 32"/>
                <a:gd name="T14" fmla="*/ 0 w 18"/>
                <a:gd name="T15" fmla="*/ 23 h 32"/>
                <a:gd name="T16" fmla="*/ 0 w 18"/>
                <a:gd name="T17" fmla="*/ 21 h 32"/>
                <a:gd name="T18" fmla="*/ 4 w 18"/>
                <a:gd name="T19" fmla="*/ 21 h 32"/>
                <a:gd name="T20" fmla="*/ 4 w 18"/>
                <a:gd name="T21" fmla="*/ 23 h 32"/>
                <a:gd name="T22" fmla="*/ 6 w 18"/>
                <a:gd name="T23" fmla="*/ 27 h 32"/>
                <a:gd name="T24" fmla="*/ 9 w 18"/>
                <a:gd name="T25" fmla="*/ 29 h 32"/>
                <a:gd name="T26" fmla="*/ 13 w 18"/>
                <a:gd name="T27" fmla="*/ 27 h 32"/>
                <a:gd name="T28" fmla="*/ 14 w 18"/>
                <a:gd name="T29" fmla="*/ 23 h 32"/>
                <a:gd name="T30" fmla="*/ 14 w 18"/>
                <a:gd name="T3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32">
                  <a:moveTo>
                    <a:pt x="1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6"/>
                    <a:pt x="18" y="28"/>
                    <a:pt x="16" y="30"/>
                  </a:cubicBezTo>
                  <a:cubicBezTo>
                    <a:pt x="14" y="32"/>
                    <a:pt x="12" y="32"/>
                    <a:pt x="9" y="32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5"/>
                    <a:pt x="5" y="26"/>
                    <a:pt x="6" y="27"/>
                  </a:cubicBezTo>
                  <a:cubicBezTo>
                    <a:pt x="6" y="28"/>
                    <a:pt x="8" y="29"/>
                    <a:pt x="9" y="29"/>
                  </a:cubicBezTo>
                  <a:cubicBezTo>
                    <a:pt x="11" y="29"/>
                    <a:pt x="12" y="28"/>
                    <a:pt x="13" y="27"/>
                  </a:cubicBezTo>
                  <a:cubicBezTo>
                    <a:pt x="14" y="26"/>
                    <a:pt x="14" y="24"/>
                    <a:pt x="14" y="23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3" name="Freeform 91">
              <a:extLst>
                <a:ext uri="{FF2B5EF4-FFF2-40B4-BE49-F238E27FC236}">
                  <a16:creationId xmlns:a16="http://schemas.microsoft.com/office/drawing/2014/main" id="{6693BE4E-D27E-4523-8740-902AAC1A4B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9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3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3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4" name="Freeform 92">
              <a:extLst>
                <a:ext uri="{FF2B5EF4-FFF2-40B4-BE49-F238E27FC236}">
                  <a16:creationId xmlns:a16="http://schemas.microsoft.com/office/drawing/2014/main" id="{BCF6364F-D3DF-4FBA-BBCC-F261864E1DA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" y="933"/>
              <a:ext cx="36" cy="40"/>
            </a:xfrm>
            <a:custGeom>
              <a:avLst/>
              <a:gdLst>
                <a:gd name="T0" fmla="*/ 15 w 36"/>
                <a:gd name="T1" fmla="*/ 0 h 40"/>
                <a:gd name="T2" fmla="*/ 19 w 36"/>
                <a:gd name="T3" fmla="*/ 0 h 40"/>
                <a:gd name="T4" fmla="*/ 21 w 36"/>
                <a:gd name="T5" fmla="*/ 0 h 40"/>
                <a:gd name="T6" fmla="*/ 36 w 36"/>
                <a:gd name="T7" fmla="*/ 40 h 40"/>
                <a:gd name="T8" fmla="*/ 33 w 36"/>
                <a:gd name="T9" fmla="*/ 40 h 40"/>
                <a:gd name="T10" fmla="*/ 30 w 36"/>
                <a:gd name="T11" fmla="*/ 40 h 40"/>
                <a:gd name="T12" fmla="*/ 26 w 36"/>
                <a:gd name="T13" fmla="*/ 27 h 40"/>
                <a:gd name="T14" fmla="*/ 10 w 36"/>
                <a:gd name="T15" fmla="*/ 27 h 40"/>
                <a:gd name="T16" fmla="*/ 7 w 36"/>
                <a:gd name="T17" fmla="*/ 40 h 40"/>
                <a:gd name="T18" fmla="*/ 4 w 36"/>
                <a:gd name="T19" fmla="*/ 40 h 40"/>
                <a:gd name="T20" fmla="*/ 0 w 36"/>
                <a:gd name="T21" fmla="*/ 40 h 40"/>
                <a:gd name="T22" fmla="*/ 15 w 36"/>
                <a:gd name="T23" fmla="*/ 0 h 40"/>
                <a:gd name="T24" fmla="*/ 12 w 36"/>
                <a:gd name="T25" fmla="*/ 24 h 40"/>
                <a:gd name="T26" fmla="*/ 24 w 36"/>
                <a:gd name="T27" fmla="*/ 24 h 40"/>
                <a:gd name="T28" fmla="*/ 19 w 36"/>
                <a:gd name="T29" fmla="*/ 5 h 40"/>
                <a:gd name="T30" fmla="*/ 19 w 36"/>
                <a:gd name="T31" fmla="*/ 5 h 40"/>
                <a:gd name="T32" fmla="*/ 12 w 36"/>
                <a:gd name="T33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40">
                  <a:moveTo>
                    <a:pt x="15" y="0"/>
                  </a:moveTo>
                  <a:lnTo>
                    <a:pt x="19" y="0"/>
                  </a:lnTo>
                  <a:lnTo>
                    <a:pt x="21" y="0"/>
                  </a:lnTo>
                  <a:lnTo>
                    <a:pt x="36" y="40"/>
                  </a:lnTo>
                  <a:lnTo>
                    <a:pt x="33" y="40"/>
                  </a:lnTo>
                  <a:lnTo>
                    <a:pt x="30" y="40"/>
                  </a:lnTo>
                  <a:lnTo>
                    <a:pt x="26" y="27"/>
                  </a:lnTo>
                  <a:lnTo>
                    <a:pt x="10" y="27"/>
                  </a:lnTo>
                  <a:lnTo>
                    <a:pt x="7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15" y="0"/>
                  </a:lnTo>
                  <a:close/>
                  <a:moveTo>
                    <a:pt x="12" y="24"/>
                  </a:moveTo>
                  <a:lnTo>
                    <a:pt x="24" y="2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5" name="Freeform 93">
              <a:extLst>
                <a:ext uri="{FF2B5EF4-FFF2-40B4-BE49-F238E27FC236}">
                  <a16:creationId xmlns:a16="http://schemas.microsoft.com/office/drawing/2014/main" id="{BB400BF6-1578-4493-8AE0-008AA7F835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1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3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4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9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9 w 31"/>
                <a:gd name="T23" fmla="*/ 40 h 40"/>
                <a:gd name="T24" fmla="*/ 26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9" y="40"/>
                  </a:lnTo>
                  <a:lnTo>
                    <a:pt x="26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6" name="Freeform 94">
              <a:extLst>
                <a:ext uri="{FF2B5EF4-FFF2-40B4-BE49-F238E27FC236}">
                  <a16:creationId xmlns:a16="http://schemas.microsoft.com/office/drawing/2014/main" id="{501DFC0F-24B0-4954-ABC4-F8FB4835C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932"/>
              <a:ext cx="36" cy="41"/>
            </a:xfrm>
            <a:custGeom>
              <a:avLst/>
              <a:gdLst>
                <a:gd name="T0" fmla="*/ 15 w 29"/>
                <a:gd name="T1" fmla="*/ 33 h 33"/>
                <a:gd name="T2" fmla="*/ 4 w 29"/>
                <a:gd name="T3" fmla="*/ 29 h 33"/>
                <a:gd name="T4" fmla="*/ 0 w 29"/>
                <a:gd name="T5" fmla="*/ 17 h 33"/>
                <a:gd name="T6" fmla="*/ 4 w 29"/>
                <a:gd name="T7" fmla="*/ 5 h 33"/>
                <a:gd name="T8" fmla="*/ 15 w 29"/>
                <a:gd name="T9" fmla="*/ 0 h 33"/>
                <a:gd name="T10" fmla="*/ 24 w 29"/>
                <a:gd name="T11" fmla="*/ 3 h 33"/>
                <a:gd name="T12" fmla="*/ 28 w 29"/>
                <a:gd name="T13" fmla="*/ 10 h 33"/>
                <a:gd name="T14" fmla="*/ 24 w 29"/>
                <a:gd name="T15" fmla="*/ 10 h 33"/>
                <a:gd name="T16" fmla="*/ 21 w 29"/>
                <a:gd name="T17" fmla="*/ 5 h 33"/>
                <a:gd name="T18" fmla="*/ 15 w 29"/>
                <a:gd name="T19" fmla="*/ 4 h 33"/>
                <a:gd name="T20" fmla="*/ 7 w 29"/>
                <a:gd name="T21" fmla="*/ 7 h 33"/>
                <a:gd name="T22" fmla="*/ 4 w 29"/>
                <a:gd name="T23" fmla="*/ 17 h 33"/>
                <a:gd name="T24" fmla="*/ 7 w 29"/>
                <a:gd name="T25" fmla="*/ 26 h 33"/>
                <a:gd name="T26" fmla="*/ 15 w 29"/>
                <a:gd name="T27" fmla="*/ 30 h 33"/>
                <a:gd name="T28" fmla="*/ 23 w 29"/>
                <a:gd name="T29" fmla="*/ 26 h 33"/>
                <a:gd name="T30" fmla="*/ 24 w 29"/>
                <a:gd name="T31" fmla="*/ 25 h 33"/>
                <a:gd name="T32" fmla="*/ 25 w 29"/>
                <a:gd name="T33" fmla="*/ 23 h 33"/>
                <a:gd name="T34" fmla="*/ 25 w 29"/>
                <a:gd name="T35" fmla="*/ 20 h 33"/>
                <a:gd name="T36" fmla="*/ 25 w 29"/>
                <a:gd name="T37" fmla="*/ 19 h 33"/>
                <a:gd name="T38" fmla="*/ 15 w 29"/>
                <a:gd name="T39" fmla="*/ 19 h 33"/>
                <a:gd name="T40" fmla="*/ 15 w 29"/>
                <a:gd name="T41" fmla="*/ 16 h 33"/>
                <a:gd name="T42" fmla="*/ 29 w 29"/>
                <a:gd name="T43" fmla="*/ 16 h 33"/>
                <a:gd name="T44" fmla="*/ 29 w 29"/>
                <a:gd name="T45" fmla="*/ 32 h 33"/>
                <a:gd name="T46" fmla="*/ 26 w 29"/>
                <a:gd name="T47" fmla="*/ 32 h 33"/>
                <a:gd name="T48" fmla="*/ 25 w 29"/>
                <a:gd name="T49" fmla="*/ 28 h 33"/>
                <a:gd name="T50" fmla="*/ 25 w 29"/>
                <a:gd name="T51" fmla="*/ 29 h 33"/>
                <a:gd name="T52" fmla="*/ 15 w 29"/>
                <a:gd name="T5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3">
                  <a:moveTo>
                    <a:pt x="15" y="33"/>
                  </a:moveTo>
                  <a:cubicBezTo>
                    <a:pt x="10" y="33"/>
                    <a:pt x="7" y="32"/>
                    <a:pt x="4" y="29"/>
                  </a:cubicBezTo>
                  <a:cubicBezTo>
                    <a:pt x="1" y="26"/>
                    <a:pt x="0" y="22"/>
                    <a:pt x="0" y="17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1"/>
                    <a:pt x="10" y="0"/>
                    <a:pt x="15" y="0"/>
                  </a:cubicBezTo>
                  <a:cubicBezTo>
                    <a:pt x="18" y="0"/>
                    <a:pt x="21" y="1"/>
                    <a:pt x="24" y="3"/>
                  </a:cubicBezTo>
                  <a:cubicBezTo>
                    <a:pt x="26" y="5"/>
                    <a:pt x="28" y="7"/>
                    <a:pt x="28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8"/>
                    <a:pt x="23" y="7"/>
                    <a:pt x="21" y="5"/>
                  </a:cubicBezTo>
                  <a:cubicBezTo>
                    <a:pt x="19" y="4"/>
                    <a:pt x="17" y="4"/>
                    <a:pt x="15" y="4"/>
                  </a:cubicBez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1"/>
                    <a:pt x="5" y="24"/>
                    <a:pt x="7" y="26"/>
                  </a:cubicBezTo>
                  <a:cubicBezTo>
                    <a:pt x="9" y="29"/>
                    <a:pt x="12" y="30"/>
                    <a:pt x="15" y="30"/>
                  </a:cubicBezTo>
                  <a:cubicBezTo>
                    <a:pt x="18" y="30"/>
                    <a:pt x="21" y="29"/>
                    <a:pt x="23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4" y="24"/>
                    <a:pt x="24" y="24"/>
                    <a:pt x="25" y="23"/>
                  </a:cubicBezTo>
                  <a:cubicBezTo>
                    <a:pt x="25" y="22"/>
                    <a:pt x="25" y="21"/>
                    <a:pt x="25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2" y="32"/>
                    <a:pt x="19" y="33"/>
                    <a:pt x="15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7" name="Freeform 95">
              <a:extLst>
                <a:ext uri="{FF2B5EF4-FFF2-40B4-BE49-F238E27FC236}">
                  <a16:creationId xmlns:a16="http://schemas.microsoft.com/office/drawing/2014/main" id="{42329684-B9F7-499D-B72E-4F232FC382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60" y="933"/>
              <a:ext cx="31" cy="40"/>
            </a:xfrm>
            <a:custGeom>
              <a:avLst/>
              <a:gdLst>
                <a:gd name="T0" fmla="*/ 25 w 25"/>
                <a:gd name="T1" fmla="*/ 20 h 32"/>
                <a:gd name="T2" fmla="*/ 21 w 25"/>
                <a:gd name="T3" fmla="*/ 29 h 32"/>
                <a:gd name="T4" fmla="*/ 12 w 25"/>
                <a:gd name="T5" fmla="*/ 32 h 32"/>
                <a:gd name="T6" fmla="*/ 3 w 25"/>
                <a:gd name="T7" fmla="*/ 29 h 32"/>
                <a:gd name="T8" fmla="*/ 0 w 25"/>
                <a:gd name="T9" fmla="*/ 20 h 32"/>
                <a:gd name="T10" fmla="*/ 0 w 25"/>
                <a:gd name="T11" fmla="*/ 0 h 32"/>
                <a:gd name="T12" fmla="*/ 2 w 25"/>
                <a:gd name="T13" fmla="*/ 0 h 32"/>
                <a:gd name="T14" fmla="*/ 4 w 25"/>
                <a:gd name="T15" fmla="*/ 0 h 32"/>
                <a:gd name="T16" fmla="*/ 4 w 25"/>
                <a:gd name="T17" fmla="*/ 20 h 32"/>
                <a:gd name="T18" fmla="*/ 6 w 25"/>
                <a:gd name="T19" fmla="*/ 26 h 32"/>
                <a:gd name="T20" fmla="*/ 12 w 25"/>
                <a:gd name="T21" fmla="*/ 29 h 32"/>
                <a:gd name="T22" fmla="*/ 18 w 25"/>
                <a:gd name="T23" fmla="*/ 26 h 32"/>
                <a:gd name="T24" fmla="*/ 20 w 25"/>
                <a:gd name="T25" fmla="*/ 20 h 32"/>
                <a:gd name="T26" fmla="*/ 20 w 25"/>
                <a:gd name="T27" fmla="*/ 0 h 32"/>
                <a:gd name="T28" fmla="*/ 22 w 25"/>
                <a:gd name="T29" fmla="*/ 0 h 32"/>
                <a:gd name="T30" fmla="*/ 25 w 25"/>
                <a:gd name="T31" fmla="*/ 0 h 32"/>
                <a:gd name="T32" fmla="*/ 25 w 25"/>
                <a:gd name="T33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2">
                  <a:moveTo>
                    <a:pt x="25" y="20"/>
                  </a:moveTo>
                  <a:cubicBezTo>
                    <a:pt x="25" y="24"/>
                    <a:pt x="23" y="27"/>
                    <a:pt x="21" y="29"/>
                  </a:cubicBezTo>
                  <a:cubicBezTo>
                    <a:pt x="19" y="31"/>
                    <a:pt x="16" y="32"/>
                    <a:pt x="12" y="32"/>
                  </a:cubicBezTo>
                  <a:cubicBezTo>
                    <a:pt x="8" y="32"/>
                    <a:pt x="5" y="31"/>
                    <a:pt x="3" y="29"/>
                  </a:cubicBezTo>
                  <a:cubicBezTo>
                    <a:pt x="1" y="27"/>
                    <a:pt x="0" y="24"/>
                    <a:pt x="0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3"/>
                    <a:pt x="5" y="25"/>
                    <a:pt x="6" y="26"/>
                  </a:cubicBezTo>
                  <a:cubicBezTo>
                    <a:pt x="7" y="28"/>
                    <a:pt x="9" y="29"/>
                    <a:pt x="12" y="29"/>
                  </a:cubicBezTo>
                  <a:cubicBezTo>
                    <a:pt x="15" y="29"/>
                    <a:pt x="17" y="28"/>
                    <a:pt x="18" y="26"/>
                  </a:cubicBezTo>
                  <a:cubicBezTo>
                    <a:pt x="20" y="25"/>
                    <a:pt x="20" y="23"/>
                    <a:pt x="20" y="2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8" name="Freeform 96">
              <a:extLst>
                <a:ext uri="{FF2B5EF4-FFF2-40B4-BE49-F238E27FC236}">
                  <a16:creationId xmlns:a16="http://schemas.microsoft.com/office/drawing/2014/main" id="{8311FB1C-F402-483C-915D-13BCA25DB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06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2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2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8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8 w 31"/>
                <a:gd name="T23" fmla="*/ 40 h 40"/>
                <a:gd name="T24" fmla="*/ 25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5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9" name="Freeform 97">
              <a:extLst>
                <a:ext uri="{FF2B5EF4-FFF2-40B4-BE49-F238E27FC236}">
                  <a16:creationId xmlns:a16="http://schemas.microsoft.com/office/drawing/2014/main" id="{74EBE19E-60AE-4336-970D-92A4A8CF16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2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0" name="Freeform 98">
              <a:extLst>
                <a:ext uri="{FF2B5EF4-FFF2-40B4-BE49-F238E27FC236}">
                  <a16:creationId xmlns:a16="http://schemas.microsoft.com/office/drawing/2014/main" id="{04BEAC95-956E-4C8F-A9CC-02333D33A0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7" y="933"/>
              <a:ext cx="34" cy="40"/>
            </a:xfrm>
            <a:custGeom>
              <a:avLst/>
              <a:gdLst>
                <a:gd name="T0" fmla="*/ 0 w 34"/>
                <a:gd name="T1" fmla="*/ 0 h 40"/>
                <a:gd name="T2" fmla="*/ 3 w 34"/>
                <a:gd name="T3" fmla="*/ 0 h 40"/>
                <a:gd name="T4" fmla="*/ 6 w 34"/>
                <a:gd name="T5" fmla="*/ 0 h 40"/>
                <a:gd name="T6" fmla="*/ 17 w 34"/>
                <a:gd name="T7" fmla="*/ 34 h 40"/>
                <a:gd name="T8" fmla="*/ 17 w 34"/>
                <a:gd name="T9" fmla="*/ 34 h 40"/>
                <a:gd name="T10" fmla="*/ 28 w 34"/>
                <a:gd name="T11" fmla="*/ 0 h 40"/>
                <a:gd name="T12" fmla="*/ 32 w 34"/>
                <a:gd name="T13" fmla="*/ 0 h 40"/>
                <a:gd name="T14" fmla="*/ 34 w 34"/>
                <a:gd name="T15" fmla="*/ 0 h 40"/>
                <a:gd name="T16" fmla="*/ 21 w 34"/>
                <a:gd name="T17" fmla="*/ 40 h 40"/>
                <a:gd name="T18" fmla="*/ 17 w 34"/>
                <a:gd name="T19" fmla="*/ 40 h 40"/>
                <a:gd name="T20" fmla="*/ 15 w 34"/>
                <a:gd name="T21" fmla="*/ 40 h 40"/>
                <a:gd name="T22" fmla="*/ 0 w 34"/>
                <a:gd name="T2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" h="40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1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1" name="Freeform 99">
              <a:extLst>
                <a:ext uri="{FF2B5EF4-FFF2-40B4-BE49-F238E27FC236}">
                  <a16:creationId xmlns:a16="http://schemas.microsoft.com/office/drawing/2014/main" id="{17CE1736-50CE-4B74-9A92-57E24747AD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1" y="933"/>
              <a:ext cx="30" cy="40"/>
            </a:xfrm>
            <a:custGeom>
              <a:avLst/>
              <a:gdLst>
                <a:gd name="T0" fmla="*/ 0 w 30"/>
                <a:gd name="T1" fmla="*/ 40 h 40"/>
                <a:gd name="T2" fmla="*/ 0 w 30"/>
                <a:gd name="T3" fmla="*/ 0 h 40"/>
                <a:gd name="T4" fmla="*/ 30 w 30"/>
                <a:gd name="T5" fmla="*/ 0 h 40"/>
                <a:gd name="T6" fmla="*/ 30 w 30"/>
                <a:gd name="T7" fmla="*/ 3 h 40"/>
                <a:gd name="T8" fmla="*/ 30 w 30"/>
                <a:gd name="T9" fmla="*/ 5 h 40"/>
                <a:gd name="T10" fmla="*/ 6 w 30"/>
                <a:gd name="T11" fmla="*/ 5 h 40"/>
                <a:gd name="T12" fmla="*/ 6 w 30"/>
                <a:gd name="T13" fmla="*/ 16 h 40"/>
                <a:gd name="T14" fmla="*/ 27 w 30"/>
                <a:gd name="T15" fmla="*/ 16 h 40"/>
                <a:gd name="T16" fmla="*/ 27 w 30"/>
                <a:gd name="T17" fmla="*/ 19 h 40"/>
                <a:gd name="T18" fmla="*/ 27 w 30"/>
                <a:gd name="T19" fmla="*/ 21 h 40"/>
                <a:gd name="T20" fmla="*/ 6 w 30"/>
                <a:gd name="T21" fmla="*/ 21 h 40"/>
                <a:gd name="T22" fmla="*/ 6 w 30"/>
                <a:gd name="T23" fmla="*/ 35 h 40"/>
                <a:gd name="T24" fmla="*/ 30 w 30"/>
                <a:gd name="T25" fmla="*/ 35 h 40"/>
                <a:gd name="T26" fmla="*/ 30 w 30"/>
                <a:gd name="T27" fmla="*/ 37 h 40"/>
                <a:gd name="T28" fmla="*/ 30 w 30"/>
                <a:gd name="T29" fmla="*/ 40 h 40"/>
                <a:gd name="T30" fmla="*/ 0 w 30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40">
                  <a:moveTo>
                    <a:pt x="0" y="40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30" y="35"/>
                  </a:lnTo>
                  <a:lnTo>
                    <a:pt x="30" y="37"/>
                  </a:lnTo>
                  <a:lnTo>
                    <a:pt x="30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2" name="Freeform 100">
              <a:extLst>
                <a:ext uri="{FF2B5EF4-FFF2-40B4-BE49-F238E27FC236}">
                  <a16:creationId xmlns:a16="http://schemas.microsoft.com/office/drawing/2014/main" id="{86D68446-BC1D-4143-808F-4EEFE5FA45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55" y="933"/>
              <a:ext cx="33" cy="40"/>
            </a:xfrm>
            <a:custGeom>
              <a:avLst/>
              <a:gdLst>
                <a:gd name="T0" fmla="*/ 0 w 27"/>
                <a:gd name="T1" fmla="*/ 0 h 32"/>
                <a:gd name="T2" fmla="*/ 2 w 27"/>
                <a:gd name="T3" fmla="*/ 0 h 32"/>
                <a:gd name="T4" fmla="*/ 15 w 27"/>
                <a:gd name="T5" fmla="*/ 0 h 32"/>
                <a:gd name="T6" fmla="*/ 23 w 27"/>
                <a:gd name="T7" fmla="*/ 2 h 32"/>
                <a:gd name="T8" fmla="*/ 25 w 27"/>
                <a:gd name="T9" fmla="*/ 8 h 32"/>
                <a:gd name="T10" fmla="*/ 23 w 27"/>
                <a:gd name="T11" fmla="*/ 15 h 32"/>
                <a:gd name="T12" fmla="*/ 21 w 27"/>
                <a:gd name="T13" fmla="*/ 16 h 32"/>
                <a:gd name="T14" fmla="*/ 22 w 27"/>
                <a:gd name="T15" fmla="*/ 16 h 32"/>
                <a:gd name="T16" fmla="*/ 25 w 27"/>
                <a:gd name="T17" fmla="*/ 22 h 32"/>
                <a:gd name="T18" fmla="*/ 25 w 27"/>
                <a:gd name="T19" fmla="*/ 28 h 32"/>
                <a:gd name="T20" fmla="*/ 25 w 27"/>
                <a:gd name="T21" fmla="*/ 30 h 32"/>
                <a:gd name="T22" fmla="*/ 27 w 27"/>
                <a:gd name="T23" fmla="*/ 31 h 32"/>
                <a:gd name="T24" fmla="*/ 27 w 27"/>
                <a:gd name="T25" fmla="*/ 31 h 32"/>
                <a:gd name="T26" fmla="*/ 21 w 27"/>
                <a:gd name="T27" fmla="*/ 31 h 32"/>
                <a:gd name="T28" fmla="*/ 21 w 27"/>
                <a:gd name="T29" fmla="*/ 29 h 32"/>
                <a:gd name="T30" fmla="*/ 21 w 27"/>
                <a:gd name="T31" fmla="*/ 26 h 32"/>
                <a:gd name="T32" fmla="*/ 21 w 27"/>
                <a:gd name="T33" fmla="*/ 23 h 32"/>
                <a:gd name="T34" fmla="*/ 19 w 27"/>
                <a:gd name="T35" fmla="*/ 19 h 32"/>
                <a:gd name="T36" fmla="*/ 15 w 27"/>
                <a:gd name="T37" fmla="*/ 18 h 32"/>
                <a:gd name="T38" fmla="*/ 4 w 27"/>
                <a:gd name="T39" fmla="*/ 18 h 32"/>
                <a:gd name="T40" fmla="*/ 4 w 27"/>
                <a:gd name="T41" fmla="*/ 32 h 32"/>
                <a:gd name="T42" fmla="*/ 2 w 27"/>
                <a:gd name="T43" fmla="*/ 32 h 32"/>
                <a:gd name="T44" fmla="*/ 0 w 27"/>
                <a:gd name="T45" fmla="*/ 32 h 32"/>
                <a:gd name="T46" fmla="*/ 0 w 27"/>
                <a:gd name="T47" fmla="*/ 0 h 32"/>
                <a:gd name="T48" fmla="*/ 4 w 27"/>
                <a:gd name="T49" fmla="*/ 14 h 32"/>
                <a:gd name="T50" fmla="*/ 15 w 27"/>
                <a:gd name="T51" fmla="*/ 14 h 32"/>
                <a:gd name="T52" fmla="*/ 19 w 27"/>
                <a:gd name="T53" fmla="*/ 13 h 32"/>
                <a:gd name="T54" fmla="*/ 21 w 27"/>
                <a:gd name="T55" fmla="*/ 9 h 32"/>
                <a:gd name="T56" fmla="*/ 19 w 27"/>
                <a:gd name="T57" fmla="*/ 5 h 32"/>
                <a:gd name="T58" fmla="*/ 15 w 27"/>
                <a:gd name="T59" fmla="*/ 3 h 32"/>
                <a:gd name="T60" fmla="*/ 4 w 27"/>
                <a:gd name="T61" fmla="*/ 3 h 32"/>
                <a:gd name="T62" fmla="*/ 4 w 27"/>
                <a:gd name="T63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" h="32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0"/>
                    <a:pt x="21" y="1"/>
                    <a:pt x="23" y="2"/>
                  </a:cubicBezTo>
                  <a:cubicBezTo>
                    <a:pt x="24" y="3"/>
                    <a:pt x="25" y="6"/>
                    <a:pt x="25" y="8"/>
                  </a:cubicBezTo>
                  <a:cubicBezTo>
                    <a:pt x="25" y="11"/>
                    <a:pt x="24" y="13"/>
                    <a:pt x="23" y="15"/>
                  </a:cubicBezTo>
                  <a:cubicBezTo>
                    <a:pt x="22" y="15"/>
                    <a:pt x="22" y="16"/>
                    <a:pt x="21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4" y="17"/>
                    <a:pt x="25" y="19"/>
                    <a:pt x="25" y="2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0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1" y="31"/>
                    <a:pt x="21" y="31"/>
                    <a:pt x="21" y="29"/>
                  </a:cubicBezTo>
                  <a:cubicBezTo>
                    <a:pt x="21" y="28"/>
                    <a:pt x="21" y="27"/>
                    <a:pt x="21" y="26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1"/>
                    <a:pt x="20" y="20"/>
                    <a:pt x="19" y="19"/>
                  </a:cubicBezTo>
                  <a:cubicBezTo>
                    <a:pt x="18" y="18"/>
                    <a:pt x="17" y="18"/>
                    <a:pt x="1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  <a:moveTo>
                    <a:pt x="4" y="14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9" y="14"/>
                    <a:pt x="19" y="13"/>
                  </a:cubicBezTo>
                  <a:cubicBezTo>
                    <a:pt x="20" y="12"/>
                    <a:pt x="21" y="11"/>
                    <a:pt x="21" y="9"/>
                  </a:cubicBezTo>
                  <a:cubicBezTo>
                    <a:pt x="21" y="7"/>
                    <a:pt x="20" y="5"/>
                    <a:pt x="19" y="5"/>
                  </a:cubicBezTo>
                  <a:cubicBezTo>
                    <a:pt x="18" y="4"/>
                    <a:pt x="17" y="3"/>
                    <a:pt x="15" y="3"/>
                  </a:cubicBezTo>
                  <a:cubicBezTo>
                    <a:pt x="4" y="3"/>
                    <a:pt x="4" y="3"/>
                    <a:pt x="4" y="3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3" name="Freeform 101">
              <a:extLst>
                <a:ext uri="{FF2B5EF4-FFF2-40B4-BE49-F238E27FC236}">
                  <a16:creationId xmlns:a16="http://schemas.microsoft.com/office/drawing/2014/main" id="{A16740BA-BB18-423D-8030-6A9284B011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932"/>
              <a:ext cx="31" cy="41"/>
            </a:xfrm>
            <a:custGeom>
              <a:avLst/>
              <a:gdLst>
                <a:gd name="T0" fmla="*/ 20 w 25"/>
                <a:gd name="T1" fmla="*/ 10 h 33"/>
                <a:gd name="T2" fmla="*/ 18 w 25"/>
                <a:gd name="T3" fmla="*/ 5 h 33"/>
                <a:gd name="T4" fmla="*/ 12 w 25"/>
                <a:gd name="T5" fmla="*/ 4 h 33"/>
                <a:gd name="T6" fmla="*/ 7 w 25"/>
                <a:gd name="T7" fmla="*/ 5 h 33"/>
                <a:gd name="T8" fmla="*/ 5 w 25"/>
                <a:gd name="T9" fmla="*/ 9 h 33"/>
                <a:gd name="T10" fmla="*/ 6 w 25"/>
                <a:gd name="T11" fmla="*/ 12 h 33"/>
                <a:gd name="T12" fmla="*/ 11 w 25"/>
                <a:gd name="T13" fmla="*/ 14 h 33"/>
                <a:gd name="T14" fmla="*/ 17 w 25"/>
                <a:gd name="T15" fmla="*/ 15 h 33"/>
                <a:gd name="T16" fmla="*/ 23 w 25"/>
                <a:gd name="T17" fmla="*/ 18 h 33"/>
                <a:gd name="T18" fmla="*/ 25 w 25"/>
                <a:gd name="T19" fmla="*/ 24 h 33"/>
                <a:gd name="T20" fmla="*/ 22 w 25"/>
                <a:gd name="T21" fmla="*/ 31 h 33"/>
                <a:gd name="T22" fmla="*/ 13 w 25"/>
                <a:gd name="T23" fmla="*/ 33 h 33"/>
                <a:gd name="T24" fmla="*/ 3 w 25"/>
                <a:gd name="T25" fmla="*/ 30 h 33"/>
                <a:gd name="T26" fmla="*/ 0 w 25"/>
                <a:gd name="T27" fmla="*/ 23 h 33"/>
                <a:gd name="T28" fmla="*/ 0 w 25"/>
                <a:gd name="T29" fmla="*/ 22 h 33"/>
                <a:gd name="T30" fmla="*/ 4 w 25"/>
                <a:gd name="T31" fmla="*/ 22 h 33"/>
                <a:gd name="T32" fmla="*/ 6 w 25"/>
                <a:gd name="T33" fmla="*/ 28 h 33"/>
                <a:gd name="T34" fmla="*/ 13 w 25"/>
                <a:gd name="T35" fmla="*/ 30 h 33"/>
                <a:gd name="T36" fmla="*/ 19 w 25"/>
                <a:gd name="T37" fmla="*/ 28 h 33"/>
                <a:gd name="T38" fmla="*/ 21 w 25"/>
                <a:gd name="T39" fmla="*/ 24 h 33"/>
                <a:gd name="T40" fmla="*/ 20 w 25"/>
                <a:gd name="T41" fmla="*/ 21 h 33"/>
                <a:gd name="T42" fmla="*/ 14 w 25"/>
                <a:gd name="T43" fmla="*/ 19 h 33"/>
                <a:gd name="T44" fmla="*/ 9 w 25"/>
                <a:gd name="T45" fmla="*/ 17 h 33"/>
                <a:gd name="T46" fmla="*/ 3 w 25"/>
                <a:gd name="T47" fmla="*/ 15 h 33"/>
                <a:gd name="T48" fmla="*/ 1 w 25"/>
                <a:gd name="T49" fmla="*/ 10 h 33"/>
                <a:gd name="T50" fmla="*/ 4 w 25"/>
                <a:gd name="T51" fmla="*/ 3 h 33"/>
                <a:gd name="T52" fmla="*/ 12 w 25"/>
                <a:gd name="T53" fmla="*/ 0 h 33"/>
                <a:gd name="T54" fmla="*/ 21 w 25"/>
                <a:gd name="T55" fmla="*/ 3 h 33"/>
                <a:gd name="T56" fmla="*/ 24 w 25"/>
                <a:gd name="T57" fmla="*/ 10 h 33"/>
                <a:gd name="T58" fmla="*/ 20 w 25"/>
                <a:gd name="T59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" h="33">
                  <a:moveTo>
                    <a:pt x="20" y="10"/>
                  </a:moveTo>
                  <a:cubicBezTo>
                    <a:pt x="20" y="8"/>
                    <a:pt x="19" y="6"/>
                    <a:pt x="18" y="5"/>
                  </a:cubicBezTo>
                  <a:cubicBezTo>
                    <a:pt x="17" y="4"/>
                    <a:pt x="15" y="4"/>
                    <a:pt x="12" y="4"/>
                  </a:cubicBezTo>
                  <a:cubicBezTo>
                    <a:pt x="10" y="4"/>
                    <a:pt x="8" y="4"/>
                    <a:pt x="7" y="5"/>
                  </a:cubicBezTo>
                  <a:cubicBezTo>
                    <a:pt x="6" y="6"/>
                    <a:pt x="5" y="7"/>
                    <a:pt x="5" y="9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7" y="13"/>
                    <a:pt x="9" y="13"/>
                    <a:pt x="11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20" y="16"/>
                    <a:pt x="22" y="17"/>
                    <a:pt x="23" y="18"/>
                  </a:cubicBezTo>
                  <a:cubicBezTo>
                    <a:pt x="24" y="20"/>
                    <a:pt x="25" y="22"/>
                    <a:pt x="25" y="24"/>
                  </a:cubicBezTo>
                  <a:cubicBezTo>
                    <a:pt x="25" y="27"/>
                    <a:pt x="24" y="29"/>
                    <a:pt x="22" y="31"/>
                  </a:cubicBezTo>
                  <a:cubicBezTo>
                    <a:pt x="20" y="33"/>
                    <a:pt x="17" y="33"/>
                    <a:pt x="13" y="33"/>
                  </a:cubicBezTo>
                  <a:cubicBezTo>
                    <a:pt x="9" y="33"/>
                    <a:pt x="5" y="32"/>
                    <a:pt x="3" y="30"/>
                  </a:cubicBezTo>
                  <a:cubicBezTo>
                    <a:pt x="1" y="29"/>
                    <a:pt x="0" y="26"/>
                    <a:pt x="0" y="2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5"/>
                    <a:pt x="5" y="26"/>
                    <a:pt x="6" y="28"/>
                  </a:cubicBezTo>
                  <a:cubicBezTo>
                    <a:pt x="8" y="29"/>
                    <a:pt x="10" y="30"/>
                    <a:pt x="13" y="30"/>
                  </a:cubicBezTo>
                  <a:cubicBezTo>
                    <a:pt x="15" y="30"/>
                    <a:pt x="17" y="29"/>
                    <a:pt x="19" y="28"/>
                  </a:cubicBezTo>
                  <a:cubicBezTo>
                    <a:pt x="20" y="27"/>
                    <a:pt x="21" y="26"/>
                    <a:pt x="21" y="24"/>
                  </a:cubicBezTo>
                  <a:cubicBezTo>
                    <a:pt x="21" y="23"/>
                    <a:pt x="20" y="22"/>
                    <a:pt x="20" y="21"/>
                  </a:cubicBezTo>
                  <a:cubicBezTo>
                    <a:pt x="19" y="20"/>
                    <a:pt x="17" y="19"/>
                    <a:pt x="14" y="19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6" y="17"/>
                    <a:pt x="4" y="16"/>
                    <a:pt x="3" y="15"/>
                  </a:cubicBezTo>
                  <a:cubicBezTo>
                    <a:pt x="1" y="14"/>
                    <a:pt x="1" y="12"/>
                    <a:pt x="1" y="10"/>
                  </a:cubicBezTo>
                  <a:cubicBezTo>
                    <a:pt x="1" y="7"/>
                    <a:pt x="2" y="4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3" y="4"/>
                    <a:pt x="24" y="7"/>
                    <a:pt x="24" y="1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4" name="Freeform 102">
              <a:extLst>
                <a:ext uri="{FF2B5EF4-FFF2-40B4-BE49-F238E27FC236}">
                  <a16:creationId xmlns:a16="http://schemas.microsoft.com/office/drawing/2014/main" id="{FF3F8CD7-139B-42A4-8774-20274C9E06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4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5" name="Freeform 103">
              <a:extLst>
                <a:ext uri="{FF2B5EF4-FFF2-40B4-BE49-F238E27FC236}">
                  <a16:creationId xmlns:a16="http://schemas.microsoft.com/office/drawing/2014/main" id="{B29B3C96-B908-4106-A7F3-727084DA5A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0" y="933"/>
              <a:ext cx="32" cy="40"/>
            </a:xfrm>
            <a:custGeom>
              <a:avLst/>
              <a:gdLst>
                <a:gd name="T0" fmla="*/ 13 w 32"/>
                <a:gd name="T1" fmla="*/ 5 h 40"/>
                <a:gd name="T2" fmla="*/ 0 w 32"/>
                <a:gd name="T3" fmla="*/ 5 h 40"/>
                <a:gd name="T4" fmla="*/ 0 w 32"/>
                <a:gd name="T5" fmla="*/ 3 h 40"/>
                <a:gd name="T6" fmla="*/ 0 w 32"/>
                <a:gd name="T7" fmla="*/ 0 h 40"/>
                <a:gd name="T8" fmla="*/ 32 w 32"/>
                <a:gd name="T9" fmla="*/ 0 h 40"/>
                <a:gd name="T10" fmla="*/ 32 w 32"/>
                <a:gd name="T11" fmla="*/ 3 h 40"/>
                <a:gd name="T12" fmla="*/ 32 w 32"/>
                <a:gd name="T13" fmla="*/ 5 h 40"/>
                <a:gd name="T14" fmla="*/ 18 w 32"/>
                <a:gd name="T15" fmla="*/ 5 h 40"/>
                <a:gd name="T16" fmla="*/ 18 w 32"/>
                <a:gd name="T17" fmla="*/ 40 h 40"/>
                <a:gd name="T18" fmla="*/ 16 w 32"/>
                <a:gd name="T19" fmla="*/ 40 h 40"/>
                <a:gd name="T20" fmla="*/ 13 w 32"/>
                <a:gd name="T21" fmla="*/ 40 h 40"/>
                <a:gd name="T22" fmla="*/ 13 w 32"/>
                <a:gd name="T2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40">
                  <a:moveTo>
                    <a:pt x="13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3"/>
                  </a:lnTo>
                  <a:lnTo>
                    <a:pt x="32" y="5"/>
                  </a:lnTo>
                  <a:lnTo>
                    <a:pt x="18" y="5"/>
                  </a:lnTo>
                  <a:lnTo>
                    <a:pt x="18" y="40"/>
                  </a:lnTo>
                  <a:lnTo>
                    <a:pt x="16" y="40"/>
                  </a:lnTo>
                  <a:lnTo>
                    <a:pt x="13" y="40"/>
                  </a:lnTo>
                  <a:lnTo>
                    <a:pt x="13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6" name="Freeform 104">
              <a:extLst>
                <a:ext uri="{FF2B5EF4-FFF2-40B4-BE49-F238E27FC236}">
                  <a16:creationId xmlns:a16="http://schemas.microsoft.com/office/drawing/2014/main" id="{8B118C6E-F6BB-41A7-9771-9F583704B3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1" y="933"/>
              <a:ext cx="34" cy="40"/>
            </a:xfrm>
            <a:custGeom>
              <a:avLst/>
              <a:gdLst>
                <a:gd name="T0" fmla="*/ 15 w 34"/>
                <a:gd name="T1" fmla="*/ 24 h 40"/>
                <a:gd name="T2" fmla="*/ 0 w 34"/>
                <a:gd name="T3" fmla="*/ 0 h 40"/>
                <a:gd name="T4" fmla="*/ 3 w 34"/>
                <a:gd name="T5" fmla="*/ 0 h 40"/>
                <a:gd name="T6" fmla="*/ 6 w 34"/>
                <a:gd name="T7" fmla="*/ 0 h 40"/>
                <a:gd name="T8" fmla="*/ 17 w 34"/>
                <a:gd name="T9" fmla="*/ 19 h 40"/>
                <a:gd name="T10" fmla="*/ 17 w 34"/>
                <a:gd name="T11" fmla="*/ 19 h 40"/>
                <a:gd name="T12" fmla="*/ 28 w 34"/>
                <a:gd name="T13" fmla="*/ 0 h 40"/>
                <a:gd name="T14" fmla="*/ 32 w 34"/>
                <a:gd name="T15" fmla="*/ 0 h 40"/>
                <a:gd name="T16" fmla="*/ 34 w 34"/>
                <a:gd name="T17" fmla="*/ 0 h 40"/>
                <a:gd name="T18" fmla="*/ 20 w 34"/>
                <a:gd name="T19" fmla="*/ 24 h 40"/>
                <a:gd name="T20" fmla="*/ 20 w 34"/>
                <a:gd name="T21" fmla="*/ 40 h 40"/>
                <a:gd name="T22" fmla="*/ 17 w 34"/>
                <a:gd name="T23" fmla="*/ 40 h 40"/>
                <a:gd name="T24" fmla="*/ 15 w 34"/>
                <a:gd name="T25" fmla="*/ 40 h 40"/>
                <a:gd name="T26" fmla="*/ 15 w 34"/>
                <a:gd name="T27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0">
                  <a:moveTo>
                    <a:pt x="15" y="24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6" y="0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0" y="24"/>
                  </a:lnTo>
                  <a:lnTo>
                    <a:pt x="20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15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7" name="Freeform 105">
              <a:extLst>
                <a:ext uri="{FF2B5EF4-FFF2-40B4-BE49-F238E27FC236}">
                  <a16:creationId xmlns:a16="http://schemas.microsoft.com/office/drawing/2014/main" id="{BB48773E-1777-4D0B-9EE5-BDCC4790F7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4" y="660"/>
              <a:ext cx="350" cy="353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8" name="Freeform 106">
              <a:extLst>
                <a:ext uri="{FF2B5EF4-FFF2-40B4-BE49-F238E27FC236}">
                  <a16:creationId xmlns:a16="http://schemas.microsoft.com/office/drawing/2014/main" id="{22FC0EB0-12E1-466E-934F-E50C626B28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3" y="739"/>
              <a:ext cx="193" cy="17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9" name="Freeform 107">
              <a:extLst>
                <a:ext uri="{FF2B5EF4-FFF2-40B4-BE49-F238E27FC236}">
                  <a16:creationId xmlns:a16="http://schemas.microsoft.com/office/drawing/2014/main" id="{C07FACFC-995E-46E5-8414-A021196DF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" y="867"/>
              <a:ext cx="40" cy="29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0" name="Freeform 108">
              <a:extLst>
                <a:ext uri="{FF2B5EF4-FFF2-40B4-BE49-F238E27FC236}">
                  <a16:creationId xmlns:a16="http://schemas.microsoft.com/office/drawing/2014/main" id="{A354BECD-9E2A-4FEE-80CE-E16746F139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4" y="888"/>
              <a:ext cx="38" cy="31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1" name="Freeform 109">
              <a:extLst>
                <a:ext uri="{FF2B5EF4-FFF2-40B4-BE49-F238E27FC236}">
                  <a16:creationId xmlns:a16="http://schemas.microsoft.com/office/drawing/2014/main" id="{B3FC249C-4404-47DF-B91E-F669180872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5" y="906"/>
              <a:ext cx="38" cy="33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2" name="Freeform 110">
              <a:extLst>
                <a:ext uri="{FF2B5EF4-FFF2-40B4-BE49-F238E27FC236}">
                  <a16:creationId xmlns:a16="http://schemas.microsoft.com/office/drawing/2014/main" id="{5C7612DD-4321-4420-8A68-9A28412847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6" y="934"/>
              <a:ext cx="24" cy="29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3" name="Freeform 111">
              <a:extLst>
                <a:ext uri="{FF2B5EF4-FFF2-40B4-BE49-F238E27FC236}">
                  <a16:creationId xmlns:a16="http://schemas.microsoft.com/office/drawing/2014/main" id="{DCA97ECD-53F5-4232-9764-8EEF84A02D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4" y="942"/>
              <a:ext cx="29" cy="35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4" name="Freeform 112">
              <a:extLst>
                <a:ext uri="{FF2B5EF4-FFF2-40B4-BE49-F238E27FC236}">
                  <a16:creationId xmlns:a16="http://schemas.microsoft.com/office/drawing/2014/main" id="{DAC1E0BB-52D0-4C00-9A97-2B85C6F4A0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4" y="948"/>
              <a:ext cx="32" cy="39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5" name="Freeform 113">
              <a:extLst>
                <a:ext uri="{FF2B5EF4-FFF2-40B4-BE49-F238E27FC236}">
                  <a16:creationId xmlns:a16="http://schemas.microsoft.com/office/drawing/2014/main" id="{E1ECDED8-4CA2-43E9-A8C9-6A3A666893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9" y="957"/>
              <a:ext cx="23" cy="36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6" name="Freeform 114">
              <a:extLst>
                <a:ext uri="{FF2B5EF4-FFF2-40B4-BE49-F238E27FC236}">
                  <a16:creationId xmlns:a16="http://schemas.microsoft.com/office/drawing/2014/main" id="{9B3978B2-0D35-4A61-806F-C3447697DD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1" y="962"/>
              <a:ext cx="19" cy="33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7" name="Freeform 115">
              <a:extLst>
                <a:ext uri="{FF2B5EF4-FFF2-40B4-BE49-F238E27FC236}">
                  <a16:creationId xmlns:a16="http://schemas.microsoft.com/office/drawing/2014/main" id="{B075F2DC-E14C-4660-AF8E-261370D0F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2" y="959"/>
              <a:ext cx="21" cy="36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8" name="Freeform 116">
              <a:extLst>
                <a:ext uri="{FF2B5EF4-FFF2-40B4-BE49-F238E27FC236}">
                  <a16:creationId xmlns:a16="http://schemas.microsoft.com/office/drawing/2014/main" id="{6F3EAA4A-A6E0-414B-B53D-8790690DD4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" y="957"/>
              <a:ext cx="14" cy="33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9" name="Freeform 117">
              <a:extLst>
                <a:ext uri="{FF2B5EF4-FFF2-40B4-BE49-F238E27FC236}">
                  <a16:creationId xmlns:a16="http://schemas.microsoft.com/office/drawing/2014/main" id="{BF06AD63-ABA2-4AAE-9502-2423D29EB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9" y="948"/>
              <a:ext cx="23" cy="37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0" name="Freeform 118">
              <a:extLst>
                <a:ext uri="{FF2B5EF4-FFF2-40B4-BE49-F238E27FC236}">
                  <a16:creationId xmlns:a16="http://schemas.microsoft.com/office/drawing/2014/main" id="{819616F8-4E9A-47B1-A50B-23ACF1A74F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8" y="939"/>
              <a:ext cx="33" cy="38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1" name="Freeform 119">
              <a:extLst>
                <a:ext uri="{FF2B5EF4-FFF2-40B4-BE49-F238E27FC236}">
                  <a16:creationId xmlns:a16="http://schemas.microsoft.com/office/drawing/2014/main" id="{0C2476BB-9026-477F-8EED-C910F1769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5" y="931"/>
              <a:ext cx="34" cy="34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2" name="Freeform 120">
              <a:extLst>
                <a:ext uri="{FF2B5EF4-FFF2-40B4-BE49-F238E27FC236}">
                  <a16:creationId xmlns:a16="http://schemas.microsoft.com/office/drawing/2014/main" id="{DC2C4D74-C015-4CA3-A0A0-4967A10670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3" y="916"/>
              <a:ext cx="34" cy="29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3" name="Freeform 121">
              <a:extLst>
                <a:ext uri="{FF2B5EF4-FFF2-40B4-BE49-F238E27FC236}">
                  <a16:creationId xmlns:a16="http://schemas.microsoft.com/office/drawing/2014/main" id="{BB67F8E5-BDEB-4A93-BE03-AD694E063F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906"/>
              <a:ext cx="31" cy="21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4" name="Freeform 122">
              <a:extLst>
                <a:ext uri="{FF2B5EF4-FFF2-40B4-BE49-F238E27FC236}">
                  <a16:creationId xmlns:a16="http://schemas.microsoft.com/office/drawing/2014/main" id="{E405C3DC-3735-4863-96A8-DA3335D615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884"/>
              <a:ext cx="36" cy="28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5" name="Freeform 123">
              <a:extLst>
                <a:ext uri="{FF2B5EF4-FFF2-40B4-BE49-F238E27FC236}">
                  <a16:creationId xmlns:a16="http://schemas.microsoft.com/office/drawing/2014/main" id="{D4BAEC91-59D4-4084-ADDF-C7D75B9E0B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" y="865"/>
              <a:ext cx="36" cy="23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6" name="Freeform 124">
              <a:extLst>
                <a:ext uri="{FF2B5EF4-FFF2-40B4-BE49-F238E27FC236}">
                  <a16:creationId xmlns:a16="http://schemas.microsoft.com/office/drawing/2014/main" id="{3336B982-D7EF-4283-8145-930D435804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0" y="928"/>
              <a:ext cx="34" cy="25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7" name="Freeform 125">
              <a:extLst>
                <a:ext uri="{FF2B5EF4-FFF2-40B4-BE49-F238E27FC236}">
                  <a16:creationId xmlns:a16="http://schemas.microsoft.com/office/drawing/2014/main" id="{9571C9BF-BA8A-49BB-A765-DAECDD11F4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3" y="917"/>
              <a:ext cx="106" cy="33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8" name="Freeform 126">
              <a:extLst>
                <a:ext uri="{FF2B5EF4-FFF2-40B4-BE49-F238E27FC236}">
                  <a16:creationId xmlns:a16="http://schemas.microsoft.com/office/drawing/2014/main" id="{2A6BA4CF-73D5-4F50-A431-88C96E87CC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4" y="728"/>
              <a:ext cx="14" cy="14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9" name="Freeform 127">
              <a:extLst>
                <a:ext uri="{FF2B5EF4-FFF2-40B4-BE49-F238E27FC236}">
                  <a16:creationId xmlns:a16="http://schemas.microsoft.com/office/drawing/2014/main" id="{84B7859C-3502-40F6-B82E-9DDD973BDA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8" y="686"/>
              <a:ext cx="51" cy="45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0" name="Freeform 128">
              <a:extLst>
                <a:ext uri="{FF2B5EF4-FFF2-40B4-BE49-F238E27FC236}">
                  <a16:creationId xmlns:a16="http://schemas.microsoft.com/office/drawing/2014/main" id="{75B646C3-41CB-4324-831B-A88CD9E413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3" y="714"/>
              <a:ext cx="20" cy="41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1" name="Freeform 129">
              <a:extLst>
                <a:ext uri="{FF2B5EF4-FFF2-40B4-BE49-F238E27FC236}">
                  <a16:creationId xmlns:a16="http://schemas.microsoft.com/office/drawing/2014/main" id="{C6196641-9460-40AD-870C-BEE15F8E7F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0" y="704"/>
              <a:ext cx="16" cy="16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2" name="Freeform 130">
              <a:extLst>
                <a:ext uri="{FF2B5EF4-FFF2-40B4-BE49-F238E27FC236}">
                  <a16:creationId xmlns:a16="http://schemas.microsoft.com/office/drawing/2014/main" id="{A0E51095-C846-4725-8043-5FFAAA8C98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710"/>
              <a:ext cx="12" cy="14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3" name="Freeform 131">
              <a:extLst>
                <a:ext uri="{FF2B5EF4-FFF2-40B4-BE49-F238E27FC236}">
                  <a16:creationId xmlns:a16="http://schemas.microsoft.com/office/drawing/2014/main" id="{FE982ACA-CE3B-4677-A036-86154E3446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" y="688"/>
              <a:ext cx="19" cy="21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4" name="Freeform 132">
              <a:extLst>
                <a:ext uri="{FF2B5EF4-FFF2-40B4-BE49-F238E27FC236}">
                  <a16:creationId xmlns:a16="http://schemas.microsoft.com/office/drawing/2014/main" id="{4BCFCD01-1300-4B21-BAAE-F4A548A4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693"/>
              <a:ext cx="12" cy="13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5" name="Freeform 133">
              <a:extLst>
                <a:ext uri="{FF2B5EF4-FFF2-40B4-BE49-F238E27FC236}">
                  <a16:creationId xmlns:a16="http://schemas.microsoft.com/office/drawing/2014/main" id="{F8C739A3-6F00-41CD-A831-9C09309072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742"/>
              <a:ext cx="47" cy="83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6" name="Freeform 134">
              <a:extLst>
                <a:ext uri="{FF2B5EF4-FFF2-40B4-BE49-F238E27FC236}">
                  <a16:creationId xmlns:a16="http://schemas.microsoft.com/office/drawing/2014/main" id="{5A8967E4-86BF-4940-8356-93BC284323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9" y="789"/>
              <a:ext cx="13" cy="11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7" name="Freeform 135">
              <a:extLst>
                <a:ext uri="{FF2B5EF4-FFF2-40B4-BE49-F238E27FC236}">
                  <a16:creationId xmlns:a16="http://schemas.microsoft.com/office/drawing/2014/main" id="{9829A811-3EE4-4F27-9E36-10B39A6F0B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7" y="776"/>
              <a:ext cx="14" cy="13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8" name="Freeform 136">
              <a:extLst>
                <a:ext uri="{FF2B5EF4-FFF2-40B4-BE49-F238E27FC236}">
                  <a16:creationId xmlns:a16="http://schemas.microsoft.com/office/drawing/2014/main" id="{26418D61-AE12-408A-97E1-4C410AFAD5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8" y="786"/>
              <a:ext cx="163" cy="141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9" name="Freeform 137">
              <a:extLst>
                <a:ext uri="{FF2B5EF4-FFF2-40B4-BE49-F238E27FC236}">
                  <a16:creationId xmlns:a16="http://schemas.microsoft.com/office/drawing/2014/main" id="{2E968D23-8DEC-481D-99EB-1D0AD88157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4" y="757"/>
              <a:ext cx="64" cy="43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0" name="Freeform 138">
              <a:extLst>
                <a:ext uri="{FF2B5EF4-FFF2-40B4-BE49-F238E27FC236}">
                  <a16:creationId xmlns:a16="http://schemas.microsoft.com/office/drawing/2014/main" id="{40192B3C-1284-4403-B7CC-CBB9944743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1" name="Freeform 139">
              <a:extLst>
                <a:ext uri="{FF2B5EF4-FFF2-40B4-BE49-F238E27FC236}">
                  <a16:creationId xmlns:a16="http://schemas.microsoft.com/office/drawing/2014/main" id="{11A41151-7468-4CB4-9B7D-2C8145AF6C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2" name="Freeform 140">
              <a:extLst>
                <a:ext uri="{FF2B5EF4-FFF2-40B4-BE49-F238E27FC236}">
                  <a16:creationId xmlns:a16="http://schemas.microsoft.com/office/drawing/2014/main" id="{95E58415-8464-4FE4-A9BB-202EC999A0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3" name="Freeform 141">
              <a:extLst>
                <a:ext uri="{FF2B5EF4-FFF2-40B4-BE49-F238E27FC236}">
                  <a16:creationId xmlns:a16="http://schemas.microsoft.com/office/drawing/2014/main" id="{7A37AE97-1BFD-4C9A-8117-25E887884F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CF4F99A4-8B3A-415D-845F-BF556BE949AC}"/>
              </a:ext>
            </a:extLst>
          </p:cNvPr>
          <p:cNvGrpSpPr/>
          <p:nvPr/>
        </p:nvGrpSpPr>
        <p:grpSpPr>
          <a:xfrm>
            <a:off x="1470802" y="2619000"/>
            <a:ext cx="1082104" cy="1620000"/>
            <a:chOff x="763941" y="1896408"/>
            <a:chExt cx="1082104" cy="1620000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CDEBE2DA-12FF-4BFA-BAF9-363B3571EEF6}"/>
                </a:ext>
              </a:extLst>
            </p:cNvPr>
            <p:cNvSpPr txBox="1"/>
            <p:nvPr/>
          </p:nvSpPr>
          <p:spPr>
            <a:xfrm>
              <a:off x="959648" y="1896408"/>
              <a:ext cx="886397" cy="162000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方正粗雅宋简体" panose="02000000000000000000" pitchFamily="2" charset="-122"/>
                  <a:ea typeface="方正粗雅宋简体" panose="02000000000000000000" pitchFamily="2" charset="-122"/>
                  <a:cs typeface="+mn-cs"/>
                </a:rPr>
                <a:t>目录</a:t>
              </a: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853FC895-7236-487E-A305-9C8974328BC7}"/>
                </a:ext>
              </a:extLst>
            </p:cNvPr>
            <p:cNvSpPr txBox="1"/>
            <p:nvPr/>
          </p:nvSpPr>
          <p:spPr>
            <a:xfrm>
              <a:off x="763941" y="1896408"/>
              <a:ext cx="258532" cy="162000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CONTENTS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530EA6D8-C544-44B7-9E32-1B873A5FBEC0}"/>
              </a:ext>
            </a:extLst>
          </p:cNvPr>
          <p:cNvGrpSpPr/>
          <p:nvPr/>
        </p:nvGrpSpPr>
        <p:grpSpPr>
          <a:xfrm>
            <a:off x="5501563" y="1937271"/>
            <a:ext cx="4114801" cy="2983458"/>
            <a:chOff x="5119763" y="685800"/>
            <a:chExt cx="4114801" cy="2983458"/>
          </a:xfrm>
        </p:grpSpPr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A1830E4F-C077-45F8-94D8-78C670755455}"/>
                </a:ext>
              </a:extLst>
            </p:cNvPr>
            <p:cNvSpPr txBox="1"/>
            <p:nvPr/>
          </p:nvSpPr>
          <p:spPr>
            <a:xfrm>
              <a:off x="5460850" y="2949258"/>
              <a:ext cx="3240000" cy="72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03   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创新性分析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F93088BB-E439-40CD-8E3B-94FCF8AD2B87}"/>
                </a:ext>
              </a:extLst>
            </p:cNvPr>
            <p:cNvSpPr txBox="1"/>
            <p:nvPr/>
          </p:nvSpPr>
          <p:spPr>
            <a:xfrm>
              <a:off x="5119763" y="1795100"/>
              <a:ext cx="4114801" cy="72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02 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模块分解与知识点应用</a:t>
              </a:r>
              <a:endPara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FEB81451-C8D4-445B-AAAE-FCED581127FE}"/>
                </a:ext>
              </a:extLst>
            </p:cNvPr>
            <p:cNvSpPr txBox="1"/>
            <p:nvPr/>
          </p:nvSpPr>
          <p:spPr>
            <a:xfrm>
              <a:off x="5395536" y="685800"/>
              <a:ext cx="3240000" cy="72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01 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背景与功能介绍</a:t>
              </a:r>
              <a:endPara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6595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BA6B34F-1095-4AA9-9FA3-32FB5DBA4A2F}"/>
              </a:ext>
            </a:extLst>
          </p:cNvPr>
          <p:cNvGrpSpPr/>
          <p:nvPr/>
        </p:nvGrpSpPr>
        <p:grpSpPr>
          <a:xfrm>
            <a:off x="7027667" y="537616"/>
            <a:ext cx="6961907" cy="702157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6" name="Freeform 105">
              <a:extLst>
                <a:ext uri="{FF2B5EF4-FFF2-40B4-BE49-F238E27FC236}">
                  <a16:creationId xmlns:a16="http://schemas.microsoft.com/office/drawing/2014/main" id="{AEACAFD7-8CD2-4851-9DF5-532299C34E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" name="Freeform 106">
              <a:extLst>
                <a:ext uri="{FF2B5EF4-FFF2-40B4-BE49-F238E27FC236}">
                  <a16:creationId xmlns:a16="http://schemas.microsoft.com/office/drawing/2014/main" id="{E777FC6C-7E1A-44CF-BBAE-D121B27117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Freeform 107">
              <a:extLst>
                <a:ext uri="{FF2B5EF4-FFF2-40B4-BE49-F238E27FC236}">
                  <a16:creationId xmlns:a16="http://schemas.microsoft.com/office/drawing/2014/main" id="{36F8082A-3F76-40F4-9F47-83E775854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" name="Freeform 108">
              <a:extLst>
                <a:ext uri="{FF2B5EF4-FFF2-40B4-BE49-F238E27FC236}">
                  <a16:creationId xmlns:a16="http://schemas.microsoft.com/office/drawing/2014/main" id="{DF6771ED-587C-4E52-8B5A-9D7BA5AB3A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109">
              <a:extLst>
                <a:ext uri="{FF2B5EF4-FFF2-40B4-BE49-F238E27FC236}">
                  <a16:creationId xmlns:a16="http://schemas.microsoft.com/office/drawing/2014/main" id="{AEF9C0F6-A509-41A8-97B5-E2D473CAA1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Freeform 110">
              <a:extLst>
                <a:ext uri="{FF2B5EF4-FFF2-40B4-BE49-F238E27FC236}">
                  <a16:creationId xmlns:a16="http://schemas.microsoft.com/office/drawing/2014/main" id="{E7BDE460-8171-489C-89C6-BFBBEA2DD3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11">
              <a:extLst>
                <a:ext uri="{FF2B5EF4-FFF2-40B4-BE49-F238E27FC236}">
                  <a16:creationId xmlns:a16="http://schemas.microsoft.com/office/drawing/2014/main" id="{AE19B8C3-1874-4D0B-82BA-DC387529B5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12">
              <a:extLst>
                <a:ext uri="{FF2B5EF4-FFF2-40B4-BE49-F238E27FC236}">
                  <a16:creationId xmlns:a16="http://schemas.microsoft.com/office/drawing/2014/main" id="{6A9C200D-F2D8-405E-B055-920E9C346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13">
              <a:extLst>
                <a:ext uri="{FF2B5EF4-FFF2-40B4-BE49-F238E27FC236}">
                  <a16:creationId xmlns:a16="http://schemas.microsoft.com/office/drawing/2014/main" id="{79D64961-723F-4942-9007-A0B9C11912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3978" y="4506098"/>
              <a:ext cx="173950" cy="272269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14">
              <a:extLst>
                <a:ext uri="{FF2B5EF4-FFF2-40B4-BE49-F238E27FC236}">
                  <a16:creationId xmlns:a16="http://schemas.microsoft.com/office/drawing/2014/main" id="{BEA6281E-7FA3-4350-9E1A-ACF8DD23B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5">
              <a:extLst>
                <a:ext uri="{FF2B5EF4-FFF2-40B4-BE49-F238E27FC236}">
                  <a16:creationId xmlns:a16="http://schemas.microsoft.com/office/drawing/2014/main" id="{43977110-BEEA-484B-A0D5-55486378E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6">
              <a:extLst>
                <a:ext uri="{FF2B5EF4-FFF2-40B4-BE49-F238E27FC236}">
                  <a16:creationId xmlns:a16="http://schemas.microsoft.com/office/drawing/2014/main" id="{D264DB9A-110E-4683-80FE-E8DF2D7474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7">
              <a:extLst>
                <a:ext uri="{FF2B5EF4-FFF2-40B4-BE49-F238E27FC236}">
                  <a16:creationId xmlns:a16="http://schemas.microsoft.com/office/drawing/2014/main" id="{9876357A-8FD7-445C-A0FA-5DDD25A2B7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118">
              <a:extLst>
                <a:ext uri="{FF2B5EF4-FFF2-40B4-BE49-F238E27FC236}">
                  <a16:creationId xmlns:a16="http://schemas.microsoft.com/office/drawing/2014/main" id="{748C6219-3197-4865-B169-37EAD3DC93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Freeform 119">
              <a:extLst>
                <a:ext uri="{FF2B5EF4-FFF2-40B4-BE49-F238E27FC236}">
                  <a16:creationId xmlns:a16="http://schemas.microsoft.com/office/drawing/2014/main" id="{2EA6F19F-39FB-46E1-9A7E-3BABC16B58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20">
              <a:extLst>
                <a:ext uri="{FF2B5EF4-FFF2-40B4-BE49-F238E27FC236}">
                  <a16:creationId xmlns:a16="http://schemas.microsoft.com/office/drawing/2014/main" id="{8B70E9D2-031D-4C9E-940D-7A8D0A8516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21">
              <a:extLst>
                <a:ext uri="{FF2B5EF4-FFF2-40B4-BE49-F238E27FC236}">
                  <a16:creationId xmlns:a16="http://schemas.microsoft.com/office/drawing/2014/main" id="{84E7033C-B306-4560-9427-FC568753EA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22">
              <a:extLst>
                <a:ext uri="{FF2B5EF4-FFF2-40B4-BE49-F238E27FC236}">
                  <a16:creationId xmlns:a16="http://schemas.microsoft.com/office/drawing/2014/main" id="{755FBA37-8EF9-4CDA-96C8-7FBE968236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23">
              <a:extLst>
                <a:ext uri="{FF2B5EF4-FFF2-40B4-BE49-F238E27FC236}">
                  <a16:creationId xmlns:a16="http://schemas.microsoft.com/office/drawing/2014/main" id="{3525CD63-6824-4A58-964F-DE8FA0D6CF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24">
              <a:extLst>
                <a:ext uri="{FF2B5EF4-FFF2-40B4-BE49-F238E27FC236}">
                  <a16:creationId xmlns:a16="http://schemas.microsoft.com/office/drawing/2014/main" id="{7266553E-D5E7-44E7-82C8-0621B7DDE3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25">
              <a:extLst>
                <a:ext uri="{FF2B5EF4-FFF2-40B4-BE49-F238E27FC236}">
                  <a16:creationId xmlns:a16="http://schemas.microsoft.com/office/drawing/2014/main" id="{07574F3E-5B61-4AFC-B65E-3F2A8454C3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6">
              <a:extLst>
                <a:ext uri="{FF2B5EF4-FFF2-40B4-BE49-F238E27FC236}">
                  <a16:creationId xmlns:a16="http://schemas.microsoft.com/office/drawing/2014/main" id="{4ED7559A-AF7D-4118-B1C6-071565F9F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7">
              <a:extLst>
                <a:ext uri="{FF2B5EF4-FFF2-40B4-BE49-F238E27FC236}">
                  <a16:creationId xmlns:a16="http://schemas.microsoft.com/office/drawing/2014/main" id="{6924A453-9ECB-4FEE-A843-659E0147A0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8">
              <a:extLst>
                <a:ext uri="{FF2B5EF4-FFF2-40B4-BE49-F238E27FC236}">
                  <a16:creationId xmlns:a16="http://schemas.microsoft.com/office/drawing/2014/main" id="{3F838B94-31AA-44D3-BB5E-EE4C87B421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9">
              <a:extLst>
                <a:ext uri="{FF2B5EF4-FFF2-40B4-BE49-F238E27FC236}">
                  <a16:creationId xmlns:a16="http://schemas.microsoft.com/office/drawing/2014/main" id="{9FE025CD-22FD-42F8-8D43-883C01BD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30">
              <a:extLst>
                <a:ext uri="{FF2B5EF4-FFF2-40B4-BE49-F238E27FC236}">
                  <a16:creationId xmlns:a16="http://schemas.microsoft.com/office/drawing/2014/main" id="{AF98113F-7D78-49D7-B49C-74EC229CE5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31">
              <a:extLst>
                <a:ext uri="{FF2B5EF4-FFF2-40B4-BE49-F238E27FC236}">
                  <a16:creationId xmlns:a16="http://schemas.microsoft.com/office/drawing/2014/main" id="{987E95DB-C783-4500-A69A-C470060BEA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32">
              <a:extLst>
                <a:ext uri="{FF2B5EF4-FFF2-40B4-BE49-F238E27FC236}">
                  <a16:creationId xmlns:a16="http://schemas.microsoft.com/office/drawing/2014/main" id="{F71CF6BC-FD6C-4633-99AE-3DFBBA535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33">
              <a:extLst>
                <a:ext uri="{FF2B5EF4-FFF2-40B4-BE49-F238E27FC236}">
                  <a16:creationId xmlns:a16="http://schemas.microsoft.com/office/drawing/2014/main" id="{6486144C-6B15-4CE8-B940-5B399C572D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34">
              <a:extLst>
                <a:ext uri="{FF2B5EF4-FFF2-40B4-BE49-F238E27FC236}">
                  <a16:creationId xmlns:a16="http://schemas.microsoft.com/office/drawing/2014/main" id="{66431074-2E63-4CB7-88F5-99157460E0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35">
              <a:extLst>
                <a:ext uri="{FF2B5EF4-FFF2-40B4-BE49-F238E27FC236}">
                  <a16:creationId xmlns:a16="http://schemas.microsoft.com/office/drawing/2014/main" id="{7FD50E61-7E60-4EB5-B925-49879EF52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6">
              <a:extLst>
                <a:ext uri="{FF2B5EF4-FFF2-40B4-BE49-F238E27FC236}">
                  <a16:creationId xmlns:a16="http://schemas.microsoft.com/office/drawing/2014/main" id="{1E3786E1-A3C6-418E-861D-ABB4A61CF0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7">
              <a:extLst>
                <a:ext uri="{FF2B5EF4-FFF2-40B4-BE49-F238E27FC236}">
                  <a16:creationId xmlns:a16="http://schemas.microsoft.com/office/drawing/2014/main" id="{A6ADCDE7-AA77-48D7-A55E-1065D262F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F13B4672-4A57-474E-8F0D-8E01F420E6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D677DFD2-E5D0-40EA-B50D-255F927C72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40">
              <a:extLst>
                <a:ext uri="{FF2B5EF4-FFF2-40B4-BE49-F238E27FC236}">
                  <a16:creationId xmlns:a16="http://schemas.microsoft.com/office/drawing/2014/main" id="{57C85EF3-3373-4EDA-A058-E3958147C5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41">
              <a:extLst>
                <a:ext uri="{FF2B5EF4-FFF2-40B4-BE49-F238E27FC236}">
                  <a16:creationId xmlns:a16="http://schemas.microsoft.com/office/drawing/2014/main" id="{01E879A9-CF4F-4714-9C22-91EC7EE01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pic>
        <p:nvPicPr>
          <p:cNvPr id="215" name="图片 214">
            <a:extLst>
              <a:ext uri="{FF2B5EF4-FFF2-40B4-BE49-F238E27FC236}">
                <a16:creationId xmlns:a16="http://schemas.microsoft.com/office/drawing/2014/main" id="{259B8D75-F3A8-422C-B35A-CB74AB4B391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accent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1144" y="3739909"/>
            <a:ext cx="6960072" cy="2773464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184283D-E128-4185-B014-75A0E1E0F4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背景与功能介绍</a:t>
            </a:r>
            <a:endParaRPr kumimoji="0" lang="zh-CN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AFBAE54A-5128-44B2-B7C4-B74DB83C04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60E6DDE-82AE-AEE7-B024-102AF89FCB7F}"/>
              </a:ext>
            </a:extLst>
          </p:cNvPr>
          <p:cNvSpPr/>
          <p:nvPr/>
        </p:nvSpPr>
        <p:spPr>
          <a:xfrm>
            <a:off x="887123" y="4604504"/>
            <a:ext cx="2950760" cy="840025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287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D415A-54F1-0653-5EFB-07884C3D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B13D9DF-50A0-3D9B-F1D3-26EC7F39FAA6}"/>
              </a:ext>
            </a:extLst>
          </p:cNvPr>
          <p:cNvSpPr/>
          <p:nvPr/>
        </p:nvSpPr>
        <p:spPr>
          <a:xfrm>
            <a:off x="1197460" y="1699589"/>
            <a:ext cx="9797080" cy="3816627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080" h="3816627">
                <a:moveTo>
                  <a:pt x="0" y="0"/>
                </a:moveTo>
                <a:lnTo>
                  <a:pt x="9797080" y="39756"/>
                </a:lnTo>
                <a:lnTo>
                  <a:pt x="9479028" y="3816627"/>
                </a:lnTo>
                <a:lnTo>
                  <a:pt x="347870" y="3806688"/>
                </a:lnTo>
                <a:lnTo>
                  <a:pt x="0" y="0"/>
                </a:lnTo>
                <a:close/>
              </a:path>
            </a:pathLst>
          </a:custGeom>
          <a:solidFill>
            <a:srgbClr val="003F8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3D91FC-9B38-BDC0-2536-9FFC7770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E6A8C61-6FAB-E3F9-30BE-0EF01155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01 </a:t>
            </a:r>
            <a:r>
              <a:rPr lang="zh-CN" altLang="en-US" dirty="0"/>
              <a:t>背景与功能介绍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9ADF0E-63D1-F7BD-54FF-FD3ECDD2B719}"/>
              </a:ext>
            </a:extLst>
          </p:cNvPr>
          <p:cNvSpPr/>
          <p:nvPr/>
        </p:nvSpPr>
        <p:spPr>
          <a:xfrm>
            <a:off x="1568521" y="1428750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160">
                  <a:noFill/>
                  <a:prstDash val="solid"/>
                </a:ln>
                <a:solidFill>
                  <a:schemeClr val="tx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</a:p>
        </p:txBody>
      </p:sp>
      <p:sp>
        <p:nvSpPr>
          <p:cNvPr id="16" name="矩形 14">
            <a:extLst>
              <a:ext uri="{FF2B5EF4-FFF2-40B4-BE49-F238E27FC236}">
                <a16:creationId xmlns:a16="http://schemas.microsoft.com/office/drawing/2014/main" id="{D467D4A9-46A5-2B09-F997-7B09433B247F}"/>
              </a:ext>
            </a:extLst>
          </p:cNvPr>
          <p:cNvSpPr/>
          <p:nvPr/>
        </p:nvSpPr>
        <p:spPr>
          <a:xfrm>
            <a:off x="1051687" y="1663146"/>
            <a:ext cx="10154889" cy="4055166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616227 w 9797080"/>
              <a:gd name="connsiteY3" fmla="*/ 3806688 h 3816627"/>
              <a:gd name="connsiteX4" fmla="*/ 0 w 9797080"/>
              <a:gd name="connsiteY4" fmla="*/ 0 h 3816627"/>
              <a:gd name="connsiteX0" fmla="*/ 0 w 10154889"/>
              <a:gd name="connsiteY0" fmla="*/ 0 h 3816627"/>
              <a:gd name="connsiteX1" fmla="*/ 10154889 w 10154889"/>
              <a:gd name="connsiteY1" fmla="*/ 377687 h 3816627"/>
              <a:gd name="connsiteX2" fmla="*/ 9479028 w 10154889"/>
              <a:gd name="connsiteY2" fmla="*/ 3816627 h 3816627"/>
              <a:gd name="connsiteX3" fmla="*/ 616227 w 10154889"/>
              <a:gd name="connsiteY3" fmla="*/ 3806688 h 3816627"/>
              <a:gd name="connsiteX4" fmla="*/ 0 w 10154889"/>
              <a:gd name="connsiteY4" fmla="*/ 0 h 3816627"/>
              <a:gd name="connsiteX0" fmla="*/ 0 w 10154889"/>
              <a:gd name="connsiteY0" fmla="*/ 0 h 4055166"/>
              <a:gd name="connsiteX1" fmla="*/ 10154889 w 10154889"/>
              <a:gd name="connsiteY1" fmla="*/ 377687 h 4055166"/>
              <a:gd name="connsiteX2" fmla="*/ 9359758 w 10154889"/>
              <a:gd name="connsiteY2" fmla="*/ 4055166 h 4055166"/>
              <a:gd name="connsiteX3" fmla="*/ 616227 w 10154889"/>
              <a:gd name="connsiteY3" fmla="*/ 3806688 h 4055166"/>
              <a:gd name="connsiteX4" fmla="*/ 0 w 10154889"/>
              <a:gd name="connsiteY4" fmla="*/ 0 h 405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4889" h="4055166">
                <a:moveTo>
                  <a:pt x="0" y="0"/>
                </a:moveTo>
                <a:lnTo>
                  <a:pt x="10154889" y="377687"/>
                </a:lnTo>
                <a:lnTo>
                  <a:pt x="9359758" y="4055166"/>
                </a:lnTo>
                <a:lnTo>
                  <a:pt x="616227" y="3806688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003F88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C22A26-3574-E263-8D23-36E0B057A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93" y="1233332"/>
            <a:ext cx="6736262" cy="400072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C1FECBB-EDB7-14B6-6733-DBBBF13BF726}"/>
              </a:ext>
            </a:extLst>
          </p:cNvPr>
          <p:cNvSpPr txBox="1"/>
          <p:nvPr/>
        </p:nvSpPr>
        <p:spPr>
          <a:xfrm>
            <a:off x="7283473" y="1822447"/>
            <a:ext cx="3817085" cy="357091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dirty="0"/>
              <a:t>手机依赖对学习倦怠存在正向预测，手机依赖对时间管理倾向存在负向预测。</a:t>
            </a:r>
            <a:endParaRPr lang="en-US" altLang="zh-CN" dirty="0"/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en-US" altLang="zh-CN" sz="1500" dirty="0"/>
              <a:t>[2]</a:t>
            </a:r>
            <a:r>
              <a:rPr lang="zh-CN" altLang="en-US" sz="1500" dirty="0"/>
              <a:t>张雅静</a:t>
            </a:r>
            <a:r>
              <a:rPr lang="en-US" altLang="zh-CN" sz="1500" dirty="0"/>
              <a:t>,</a:t>
            </a:r>
            <a:r>
              <a:rPr lang="zh-CN" altLang="en-US" sz="1500" dirty="0"/>
              <a:t>戈俪沄</a:t>
            </a:r>
            <a:r>
              <a:rPr lang="en-US" altLang="zh-CN" sz="1500" dirty="0"/>
              <a:t>,</a:t>
            </a:r>
            <a:r>
              <a:rPr lang="zh-CN" altLang="en-US" sz="1500" dirty="0"/>
              <a:t>蒋红娟</a:t>
            </a:r>
            <a:r>
              <a:rPr lang="en-US" altLang="zh-CN" sz="1500" dirty="0"/>
              <a:t>,</a:t>
            </a:r>
            <a:r>
              <a:rPr lang="zh-CN" altLang="en-US" sz="1500" dirty="0"/>
              <a:t>等</a:t>
            </a:r>
            <a:r>
              <a:rPr lang="en-US" altLang="zh-CN" sz="1500" dirty="0"/>
              <a:t>.</a:t>
            </a:r>
            <a:r>
              <a:rPr lang="zh-CN" altLang="en-US" sz="1500" dirty="0"/>
              <a:t>理工科类高职生手机依赖与学习倦怠的关系：时间管理倾向的中介作用</a:t>
            </a:r>
            <a:r>
              <a:rPr lang="en-US" altLang="zh-CN" sz="1500" dirty="0"/>
              <a:t>[J].</a:t>
            </a:r>
            <a:r>
              <a:rPr lang="zh-CN" altLang="en-US" sz="1500" dirty="0"/>
              <a:t>校园心理</a:t>
            </a:r>
            <a:r>
              <a:rPr lang="en-US" altLang="zh-CN" sz="1500" dirty="0"/>
              <a:t>,2025,23(02):140-144.DOI:10.19521/j.cnki.1673-1662.2025.02.008.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6A9EB4-333B-CDCF-5E2D-AFAF334F70FE}"/>
              </a:ext>
            </a:extLst>
          </p:cNvPr>
          <p:cNvSpPr txBox="1"/>
          <p:nvPr/>
        </p:nvSpPr>
        <p:spPr>
          <a:xfrm>
            <a:off x="1357085" y="5665890"/>
            <a:ext cx="8882743" cy="4842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en-US" altLang="zh-CN" dirty="0"/>
              <a:t>[1]</a:t>
            </a:r>
            <a:r>
              <a:rPr lang="zh-CN" altLang="en-US" dirty="0"/>
              <a:t>从勇</a:t>
            </a:r>
            <a:r>
              <a:rPr lang="en-US" altLang="zh-CN" dirty="0"/>
              <a:t>.</a:t>
            </a:r>
            <a:r>
              <a:rPr lang="zh-CN" altLang="en-US" dirty="0"/>
              <a:t>大学生手机依赖现状及应对策略</a:t>
            </a:r>
            <a:r>
              <a:rPr lang="en-US" altLang="zh-CN" dirty="0"/>
              <a:t>[N].</a:t>
            </a:r>
            <a:r>
              <a:rPr lang="zh-CN" altLang="en-US" dirty="0"/>
              <a:t>广东科技报</a:t>
            </a:r>
            <a:r>
              <a:rPr lang="en-US" altLang="zh-CN" dirty="0"/>
              <a:t>,2024-11-29(011).DOI:10.28252/n.cnki.ngdkj.2024.000338.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7052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B8896-63A1-137A-07D8-2679989D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CD709998-6922-38A9-A93C-0E704172961A}"/>
              </a:ext>
            </a:extLst>
          </p:cNvPr>
          <p:cNvSpPr/>
          <p:nvPr/>
        </p:nvSpPr>
        <p:spPr>
          <a:xfrm>
            <a:off x="1197460" y="1699589"/>
            <a:ext cx="9797080" cy="3816627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080" h="3816627">
                <a:moveTo>
                  <a:pt x="0" y="0"/>
                </a:moveTo>
                <a:lnTo>
                  <a:pt x="9797080" y="39756"/>
                </a:lnTo>
                <a:lnTo>
                  <a:pt x="9479028" y="3816627"/>
                </a:lnTo>
                <a:lnTo>
                  <a:pt x="347870" y="3806688"/>
                </a:lnTo>
                <a:lnTo>
                  <a:pt x="0" y="0"/>
                </a:lnTo>
                <a:close/>
              </a:path>
            </a:pathLst>
          </a:custGeom>
          <a:solidFill>
            <a:srgbClr val="003F8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2DF15E-54B5-FAA3-EF08-8C76D2CC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49C29EF-CB6E-AB50-A9F7-D836B3A9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01 </a:t>
            </a:r>
            <a:r>
              <a:rPr lang="zh-CN" altLang="en-US" dirty="0"/>
              <a:t>背景与功能介绍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659A0A-A525-54C9-DAB7-27597F11AD0E}"/>
              </a:ext>
            </a:extLst>
          </p:cNvPr>
          <p:cNvSpPr/>
          <p:nvPr/>
        </p:nvSpPr>
        <p:spPr>
          <a:xfrm>
            <a:off x="1568521" y="1428750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160">
                  <a:noFill/>
                  <a:prstDash val="solid"/>
                </a:ln>
                <a:solidFill>
                  <a:schemeClr val="tx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</a:p>
        </p:txBody>
      </p:sp>
      <p:sp>
        <p:nvSpPr>
          <p:cNvPr id="16" name="矩形 14">
            <a:extLst>
              <a:ext uri="{FF2B5EF4-FFF2-40B4-BE49-F238E27FC236}">
                <a16:creationId xmlns:a16="http://schemas.microsoft.com/office/drawing/2014/main" id="{F7831635-69C2-F701-0623-B3D4B3FDC2EB}"/>
              </a:ext>
            </a:extLst>
          </p:cNvPr>
          <p:cNvSpPr/>
          <p:nvPr/>
        </p:nvSpPr>
        <p:spPr>
          <a:xfrm>
            <a:off x="1051687" y="1663146"/>
            <a:ext cx="10154889" cy="4055166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616227 w 9797080"/>
              <a:gd name="connsiteY3" fmla="*/ 3806688 h 3816627"/>
              <a:gd name="connsiteX4" fmla="*/ 0 w 9797080"/>
              <a:gd name="connsiteY4" fmla="*/ 0 h 3816627"/>
              <a:gd name="connsiteX0" fmla="*/ 0 w 10154889"/>
              <a:gd name="connsiteY0" fmla="*/ 0 h 3816627"/>
              <a:gd name="connsiteX1" fmla="*/ 10154889 w 10154889"/>
              <a:gd name="connsiteY1" fmla="*/ 377687 h 3816627"/>
              <a:gd name="connsiteX2" fmla="*/ 9479028 w 10154889"/>
              <a:gd name="connsiteY2" fmla="*/ 3816627 h 3816627"/>
              <a:gd name="connsiteX3" fmla="*/ 616227 w 10154889"/>
              <a:gd name="connsiteY3" fmla="*/ 3806688 h 3816627"/>
              <a:gd name="connsiteX4" fmla="*/ 0 w 10154889"/>
              <a:gd name="connsiteY4" fmla="*/ 0 h 3816627"/>
              <a:gd name="connsiteX0" fmla="*/ 0 w 10154889"/>
              <a:gd name="connsiteY0" fmla="*/ 0 h 4055166"/>
              <a:gd name="connsiteX1" fmla="*/ 10154889 w 10154889"/>
              <a:gd name="connsiteY1" fmla="*/ 377687 h 4055166"/>
              <a:gd name="connsiteX2" fmla="*/ 9359758 w 10154889"/>
              <a:gd name="connsiteY2" fmla="*/ 4055166 h 4055166"/>
              <a:gd name="connsiteX3" fmla="*/ 616227 w 10154889"/>
              <a:gd name="connsiteY3" fmla="*/ 3806688 h 4055166"/>
              <a:gd name="connsiteX4" fmla="*/ 0 w 10154889"/>
              <a:gd name="connsiteY4" fmla="*/ 0 h 405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4889" h="4055166">
                <a:moveTo>
                  <a:pt x="0" y="0"/>
                </a:moveTo>
                <a:lnTo>
                  <a:pt x="10154889" y="377687"/>
                </a:lnTo>
                <a:lnTo>
                  <a:pt x="9359758" y="4055166"/>
                </a:lnTo>
                <a:lnTo>
                  <a:pt x="616227" y="3806688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003F88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2417533-71EE-3A46-41C8-DBBFD7FDF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0102"/>
            <a:ext cx="12192000" cy="534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46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52D732D-B28E-44BC-8A48-7335CED287C9}"/>
              </a:ext>
            </a:extLst>
          </p:cNvPr>
          <p:cNvSpPr/>
          <p:nvPr/>
        </p:nvSpPr>
        <p:spPr>
          <a:xfrm>
            <a:off x="1197460" y="1699589"/>
            <a:ext cx="9797080" cy="3816627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080" h="3816627">
                <a:moveTo>
                  <a:pt x="0" y="0"/>
                </a:moveTo>
                <a:lnTo>
                  <a:pt x="9797080" y="39756"/>
                </a:lnTo>
                <a:lnTo>
                  <a:pt x="9479028" y="3816627"/>
                </a:lnTo>
                <a:lnTo>
                  <a:pt x="347870" y="3806688"/>
                </a:lnTo>
                <a:lnTo>
                  <a:pt x="0" y="0"/>
                </a:lnTo>
                <a:close/>
              </a:path>
            </a:pathLst>
          </a:custGeom>
          <a:solidFill>
            <a:srgbClr val="003F8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1633D7-8168-4B83-BF5E-0DD26847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A7978E0-030E-427B-859A-C076CA48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01 </a:t>
            </a:r>
            <a:r>
              <a:rPr lang="zh-CN" altLang="en-US" dirty="0"/>
              <a:t>背景与功能介绍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EAFC1A-5DD1-4555-8A1E-DD43C0C8B6CB}"/>
              </a:ext>
            </a:extLst>
          </p:cNvPr>
          <p:cNvSpPr/>
          <p:nvPr/>
        </p:nvSpPr>
        <p:spPr>
          <a:xfrm>
            <a:off x="1568521" y="1428750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160">
                  <a:noFill/>
                  <a:prstDash val="solid"/>
                </a:ln>
                <a:solidFill>
                  <a:schemeClr val="tx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</a:p>
        </p:txBody>
      </p:sp>
      <p:sp>
        <p:nvSpPr>
          <p:cNvPr id="16" name="矩形 14">
            <a:extLst>
              <a:ext uri="{FF2B5EF4-FFF2-40B4-BE49-F238E27FC236}">
                <a16:creationId xmlns:a16="http://schemas.microsoft.com/office/drawing/2014/main" id="{F6CB0C2B-0343-4C74-A5F7-2EEAF29CCEF9}"/>
              </a:ext>
            </a:extLst>
          </p:cNvPr>
          <p:cNvSpPr/>
          <p:nvPr/>
        </p:nvSpPr>
        <p:spPr>
          <a:xfrm>
            <a:off x="1051687" y="1663146"/>
            <a:ext cx="10154889" cy="4055166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616227 w 9797080"/>
              <a:gd name="connsiteY3" fmla="*/ 3806688 h 3816627"/>
              <a:gd name="connsiteX4" fmla="*/ 0 w 9797080"/>
              <a:gd name="connsiteY4" fmla="*/ 0 h 3816627"/>
              <a:gd name="connsiteX0" fmla="*/ 0 w 10154889"/>
              <a:gd name="connsiteY0" fmla="*/ 0 h 3816627"/>
              <a:gd name="connsiteX1" fmla="*/ 10154889 w 10154889"/>
              <a:gd name="connsiteY1" fmla="*/ 377687 h 3816627"/>
              <a:gd name="connsiteX2" fmla="*/ 9479028 w 10154889"/>
              <a:gd name="connsiteY2" fmla="*/ 3816627 h 3816627"/>
              <a:gd name="connsiteX3" fmla="*/ 616227 w 10154889"/>
              <a:gd name="connsiteY3" fmla="*/ 3806688 h 3816627"/>
              <a:gd name="connsiteX4" fmla="*/ 0 w 10154889"/>
              <a:gd name="connsiteY4" fmla="*/ 0 h 3816627"/>
              <a:gd name="connsiteX0" fmla="*/ 0 w 10154889"/>
              <a:gd name="connsiteY0" fmla="*/ 0 h 4055166"/>
              <a:gd name="connsiteX1" fmla="*/ 10154889 w 10154889"/>
              <a:gd name="connsiteY1" fmla="*/ 377687 h 4055166"/>
              <a:gd name="connsiteX2" fmla="*/ 9359758 w 10154889"/>
              <a:gd name="connsiteY2" fmla="*/ 4055166 h 4055166"/>
              <a:gd name="connsiteX3" fmla="*/ 616227 w 10154889"/>
              <a:gd name="connsiteY3" fmla="*/ 3806688 h 4055166"/>
              <a:gd name="connsiteX4" fmla="*/ 0 w 10154889"/>
              <a:gd name="connsiteY4" fmla="*/ 0 h 405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4889" h="4055166">
                <a:moveTo>
                  <a:pt x="0" y="0"/>
                </a:moveTo>
                <a:lnTo>
                  <a:pt x="10154889" y="377687"/>
                </a:lnTo>
                <a:lnTo>
                  <a:pt x="9359758" y="4055166"/>
                </a:lnTo>
                <a:lnTo>
                  <a:pt x="616227" y="3806688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003F88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5CF8F3-F814-FF41-4DC7-18C7FD00F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t="11108" r="6646" b="8353"/>
          <a:stretch/>
        </p:blipFill>
        <p:spPr>
          <a:xfrm>
            <a:off x="2276372" y="1042045"/>
            <a:ext cx="7639256" cy="477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85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C0FC0D4-A6C8-47E8-BAA5-715B9C028EB2}"/>
              </a:ext>
            </a:extLst>
          </p:cNvPr>
          <p:cNvGrpSpPr/>
          <p:nvPr/>
        </p:nvGrpSpPr>
        <p:grpSpPr>
          <a:xfrm>
            <a:off x="7027667" y="537616"/>
            <a:ext cx="6961907" cy="702157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7" name="Freeform 105">
              <a:extLst>
                <a:ext uri="{FF2B5EF4-FFF2-40B4-BE49-F238E27FC236}">
                  <a16:creationId xmlns:a16="http://schemas.microsoft.com/office/drawing/2014/main" id="{28AF72BC-74AD-45B4-8F05-BA6B70D9F0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Freeform 106">
              <a:extLst>
                <a:ext uri="{FF2B5EF4-FFF2-40B4-BE49-F238E27FC236}">
                  <a16:creationId xmlns:a16="http://schemas.microsoft.com/office/drawing/2014/main" id="{555ED1DD-D4F5-46C3-B866-E59F337123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" name="Freeform 107">
              <a:extLst>
                <a:ext uri="{FF2B5EF4-FFF2-40B4-BE49-F238E27FC236}">
                  <a16:creationId xmlns:a16="http://schemas.microsoft.com/office/drawing/2014/main" id="{AA90CDC0-0076-4B09-AFB0-D265A2CCC9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108">
              <a:extLst>
                <a:ext uri="{FF2B5EF4-FFF2-40B4-BE49-F238E27FC236}">
                  <a16:creationId xmlns:a16="http://schemas.microsoft.com/office/drawing/2014/main" id="{3EE14156-837C-44BA-ACC8-01623B20DD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Freeform 109">
              <a:extLst>
                <a:ext uri="{FF2B5EF4-FFF2-40B4-BE49-F238E27FC236}">
                  <a16:creationId xmlns:a16="http://schemas.microsoft.com/office/drawing/2014/main" id="{86E332B9-0744-461B-B817-F3E69A78F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10">
              <a:extLst>
                <a:ext uri="{FF2B5EF4-FFF2-40B4-BE49-F238E27FC236}">
                  <a16:creationId xmlns:a16="http://schemas.microsoft.com/office/drawing/2014/main" id="{E396D3E2-4CBF-4F42-821E-440470D126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11">
              <a:extLst>
                <a:ext uri="{FF2B5EF4-FFF2-40B4-BE49-F238E27FC236}">
                  <a16:creationId xmlns:a16="http://schemas.microsoft.com/office/drawing/2014/main" id="{9C971085-45ED-433E-80F0-37B3662B84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12">
              <a:extLst>
                <a:ext uri="{FF2B5EF4-FFF2-40B4-BE49-F238E27FC236}">
                  <a16:creationId xmlns:a16="http://schemas.microsoft.com/office/drawing/2014/main" id="{11025A9F-5DCF-4A13-A4B0-D422B1334C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13">
              <a:extLst>
                <a:ext uri="{FF2B5EF4-FFF2-40B4-BE49-F238E27FC236}">
                  <a16:creationId xmlns:a16="http://schemas.microsoft.com/office/drawing/2014/main" id="{78B08F5A-3537-4369-8A77-CCB172E924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3978" y="4506098"/>
              <a:ext cx="173950" cy="272269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4">
              <a:extLst>
                <a:ext uri="{FF2B5EF4-FFF2-40B4-BE49-F238E27FC236}">
                  <a16:creationId xmlns:a16="http://schemas.microsoft.com/office/drawing/2014/main" id="{089965BE-4DD1-4D4B-A00B-645C37FD31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5">
              <a:extLst>
                <a:ext uri="{FF2B5EF4-FFF2-40B4-BE49-F238E27FC236}">
                  <a16:creationId xmlns:a16="http://schemas.microsoft.com/office/drawing/2014/main" id="{8227C96E-6BD5-4475-8005-B8CAA5FB58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6">
              <a:extLst>
                <a:ext uri="{FF2B5EF4-FFF2-40B4-BE49-F238E27FC236}">
                  <a16:creationId xmlns:a16="http://schemas.microsoft.com/office/drawing/2014/main" id="{6C4E3717-FE2A-4B72-9CC7-785BD1420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117">
              <a:extLst>
                <a:ext uri="{FF2B5EF4-FFF2-40B4-BE49-F238E27FC236}">
                  <a16:creationId xmlns:a16="http://schemas.microsoft.com/office/drawing/2014/main" id="{9E32D77F-1324-4524-B3A8-45B1ADF399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Freeform 118">
              <a:extLst>
                <a:ext uri="{FF2B5EF4-FFF2-40B4-BE49-F238E27FC236}">
                  <a16:creationId xmlns:a16="http://schemas.microsoft.com/office/drawing/2014/main" id="{B92D7ED2-8767-4396-BBFE-802874493C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19">
              <a:extLst>
                <a:ext uri="{FF2B5EF4-FFF2-40B4-BE49-F238E27FC236}">
                  <a16:creationId xmlns:a16="http://schemas.microsoft.com/office/drawing/2014/main" id="{57BDD39D-0358-4557-B69C-BCC39BAC0C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20">
              <a:extLst>
                <a:ext uri="{FF2B5EF4-FFF2-40B4-BE49-F238E27FC236}">
                  <a16:creationId xmlns:a16="http://schemas.microsoft.com/office/drawing/2014/main" id="{820FD44A-13EC-4742-8277-D1F180503F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21">
              <a:extLst>
                <a:ext uri="{FF2B5EF4-FFF2-40B4-BE49-F238E27FC236}">
                  <a16:creationId xmlns:a16="http://schemas.microsoft.com/office/drawing/2014/main" id="{9E749348-2825-40A5-B7B0-609CF8A67C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22">
              <a:extLst>
                <a:ext uri="{FF2B5EF4-FFF2-40B4-BE49-F238E27FC236}">
                  <a16:creationId xmlns:a16="http://schemas.microsoft.com/office/drawing/2014/main" id="{1DC751F0-0896-4151-B7A2-B0F378660C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23">
              <a:extLst>
                <a:ext uri="{FF2B5EF4-FFF2-40B4-BE49-F238E27FC236}">
                  <a16:creationId xmlns:a16="http://schemas.microsoft.com/office/drawing/2014/main" id="{3EE365C9-7D45-40FB-8058-815261354E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24">
              <a:extLst>
                <a:ext uri="{FF2B5EF4-FFF2-40B4-BE49-F238E27FC236}">
                  <a16:creationId xmlns:a16="http://schemas.microsoft.com/office/drawing/2014/main" id="{8F1B158D-0305-4549-BBB5-AB037C5C0C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5">
              <a:extLst>
                <a:ext uri="{FF2B5EF4-FFF2-40B4-BE49-F238E27FC236}">
                  <a16:creationId xmlns:a16="http://schemas.microsoft.com/office/drawing/2014/main" id="{CF436B79-3B5C-413F-821E-99DE9695DD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6">
              <a:extLst>
                <a:ext uri="{FF2B5EF4-FFF2-40B4-BE49-F238E27FC236}">
                  <a16:creationId xmlns:a16="http://schemas.microsoft.com/office/drawing/2014/main" id="{59AF04A9-8673-4008-96E8-B5725D7279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7">
              <a:extLst>
                <a:ext uri="{FF2B5EF4-FFF2-40B4-BE49-F238E27FC236}">
                  <a16:creationId xmlns:a16="http://schemas.microsoft.com/office/drawing/2014/main" id="{6AE58532-4864-407E-BB00-8F9393BB9F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8">
              <a:extLst>
                <a:ext uri="{FF2B5EF4-FFF2-40B4-BE49-F238E27FC236}">
                  <a16:creationId xmlns:a16="http://schemas.microsoft.com/office/drawing/2014/main" id="{60554049-1FD6-4DF7-9E9B-F405539432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29">
              <a:extLst>
                <a:ext uri="{FF2B5EF4-FFF2-40B4-BE49-F238E27FC236}">
                  <a16:creationId xmlns:a16="http://schemas.microsoft.com/office/drawing/2014/main" id="{C906261C-00D4-4ED2-98D5-735DA1003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30">
              <a:extLst>
                <a:ext uri="{FF2B5EF4-FFF2-40B4-BE49-F238E27FC236}">
                  <a16:creationId xmlns:a16="http://schemas.microsoft.com/office/drawing/2014/main" id="{0CB271BF-2A22-44DA-800A-429D5D2C6B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31">
              <a:extLst>
                <a:ext uri="{FF2B5EF4-FFF2-40B4-BE49-F238E27FC236}">
                  <a16:creationId xmlns:a16="http://schemas.microsoft.com/office/drawing/2014/main" id="{BD2BA7E8-05E4-4120-9C5F-5844706253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32">
              <a:extLst>
                <a:ext uri="{FF2B5EF4-FFF2-40B4-BE49-F238E27FC236}">
                  <a16:creationId xmlns:a16="http://schemas.microsoft.com/office/drawing/2014/main" id="{1C9E3483-E531-4A2E-A483-890336EC3C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33">
              <a:extLst>
                <a:ext uri="{FF2B5EF4-FFF2-40B4-BE49-F238E27FC236}">
                  <a16:creationId xmlns:a16="http://schemas.microsoft.com/office/drawing/2014/main" id="{D4A49A8A-265A-4BC5-AE78-7593A9D0BF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34">
              <a:extLst>
                <a:ext uri="{FF2B5EF4-FFF2-40B4-BE49-F238E27FC236}">
                  <a16:creationId xmlns:a16="http://schemas.microsoft.com/office/drawing/2014/main" id="{11885A49-A514-42B4-BAB9-016AE0BD00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5">
              <a:extLst>
                <a:ext uri="{FF2B5EF4-FFF2-40B4-BE49-F238E27FC236}">
                  <a16:creationId xmlns:a16="http://schemas.microsoft.com/office/drawing/2014/main" id="{9732A052-027D-4794-92BF-30F2F73DE9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6">
              <a:extLst>
                <a:ext uri="{FF2B5EF4-FFF2-40B4-BE49-F238E27FC236}">
                  <a16:creationId xmlns:a16="http://schemas.microsoft.com/office/drawing/2014/main" id="{2C7F9013-DA77-4B30-8DBD-3C45DE3E89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7">
              <a:extLst>
                <a:ext uri="{FF2B5EF4-FFF2-40B4-BE49-F238E27FC236}">
                  <a16:creationId xmlns:a16="http://schemas.microsoft.com/office/drawing/2014/main" id="{BC9E6D63-1670-4E0B-8723-DAA70F35A4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8">
              <a:extLst>
                <a:ext uri="{FF2B5EF4-FFF2-40B4-BE49-F238E27FC236}">
                  <a16:creationId xmlns:a16="http://schemas.microsoft.com/office/drawing/2014/main" id="{142B2C2C-18C5-403A-B49B-991B4F131D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39">
              <a:extLst>
                <a:ext uri="{FF2B5EF4-FFF2-40B4-BE49-F238E27FC236}">
                  <a16:creationId xmlns:a16="http://schemas.microsoft.com/office/drawing/2014/main" id="{FEB5C345-8555-4F14-9331-547B2C4B1A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40">
              <a:extLst>
                <a:ext uri="{FF2B5EF4-FFF2-40B4-BE49-F238E27FC236}">
                  <a16:creationId xmlns:a16="http://schemas.microsoft.com/office/drawing/2014/main" id="{9F7452C2-8B11-4BFA-AC07-2FCA0BC4A4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3" name="Freeform 141">
              <a:extLst>
                <a:ext uri="{FF2B5EF4-FFF2-40B4-BE49-F238E27FC236}">
                  <a16:creationId xmlns:a16="http://schemas.microsoft.com/office/drawing/2014/main" id="{3F856165-DA70-4184-B7B4-1DA197AB4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pic>
        <p:nvPicPr>
          <p:cNvPr id="185" name="图片 184">
            <a:extLst>
              <a:ext uri="{FF2B5EF4-FFF2-40B4-BE49-F238E27FC236}">
                <a16:creationId xmlns:a16="http://schemas.microsoft.com/office/drawing/2014/main" id="{0F8689F3-E187-448E-975A-CE87B86C74A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522539"/>
            <a:ext cx="5807191" cy="3892201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58279B0-C4F4-4161-95A2-2BFD3799A8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模块分解与知识点应用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8C8940-B9D8-467F-8DC0-6171597087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6F84AC7-18F0-4C8B-18BD-964F60D009DE}"/>
              </a:ext>
            </a:extLst>
          </p:cNvPr>
          <p:cNvSpPr/>
          <p:nvPr/>
        </p:nvSpPr>
        <p:spPr>
          <a:xfrm>
            <a:off x="960840" y="4585109"/>
            <a:ext cx="2950760" cy="840025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35133E0D-3C22-1F87-FB5A-3DE2AAD13B7F}"/>
              </a:ext>
            </a:extLst>
          </p:cNvPr>
          <p:cNvSpPr/>
          <p:nvPr/>
        </p:nvSpPr>
        <p:spPr>
          <a:xfrm>
            <a:off x="1113240" y="4737509"/>
            <a:ext cx="2950760" cy="840025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E1A68DD6-63B7-9B27-3C25-1A542C2852A4}"/>
              </a:ext>
            </a:extLst>
          </p:cNvPr>
          <p:cNvSpPr/>
          <p:nvPr/>
        </p:nvSpPr>
        <p:spPr>
          <a:xfrm>
            <a:off x="1265640" y="4889909"/>
            <a:ext cx="2950760" cy="840025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678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梯形 6">
            <a:extLst>
              <a:ext uri="{FF2B5EF4-FFF2-40B4-BE49-F238E27FC236}">
                <a16:creationId xmlns:a16="http://schemas.microsoft.com/office/drawing/2014/main" id="{E07F4DD4-D05B-498A-B8FF-324F4FFCF62A}"/>
              </a:ext>
            </a:extLst>
          </p:cNvPr>
          <p:cNvSpPr/>
          <p:nvPr/>
        </p:nvSpPr>
        <p:spPr>
          <a:xfrm flipV="1">
            <a:off x="6704386" y="1639640"/>
            <a:ext cx="4569362" cy="4129335"/>
          </a:xfrm>
          <a:custGeom>
            <a:avLst/>
            <a:gdLst>
              <a:gd name="connsiteX0" fmla="*/ 0 w 3845406"/>
              <a:gd name="connsiteY0" fmla="*/ 1519653 h 1519653"/>
              <a:gd name="connsiteX1" fmla="*/ 317927 w 3845406"/>
              <a:gd name="connsiteY1" fmla="*/ 0 h 1519653"/>
              <a:gd name="connsiteX2" fmla="*/ 3527479 w 3845406"/>
              <a:gd name="connsiteY2" fmla="*/ 0 h 1519653"/>
              <a:gd name="connsiteX3" fmla="*/ 3845406 w 3845406"/>
              <a:gd name="connsiteY3" fmla="*/ 1519653 h 1519653"/>
              <a:gd name="connsiteX4" fmla="*/ 0 w 3845406"/>
              <a:gd name="connsiteY4" fmla="*/ 1519653 h 1519653"/>
              <a:gd name="connsiteX0" fmla="*/ 0 w 3845406"/>
              <a:gd name="connsiteY0" fmla="*/ 1519653 h 1519653"/>
              <a:gd name="connsiteX1" fmla="*/ 317927 w 3845406"/>
              <a:gd name="connsiteY1" fmla="*/ 0 h 1519653"/>
              <a:gd name="connsiteX2" fmla="*/ 3752205 w 3845406"/>
              <a:gd name="connsiteY2" fmla="*/ 263471 h 1519653"/>
              <a:gd name="connsiteX3" fmla="*/ 3845406 w 3845406"/>
              <a:gd name="connsiteY3" fmla="*/ 1519653 h 1519653"/>
              <a:gd name="connsiteX4" fmla="*/ 0 w 3845406"/>
              <a:gd name="connsiteY4" fmla="*/ 1519653 h 1519653"/>
              <a:gd name="connsiteX0" fmla="*/ 0 w 3891901"/>
              <a:gd name="connsiteY0" fmla="*/ 1783124 h 1783124"/>
              <a:gd name="connsiteX1" fmla="*/ 364422 w 3891901"/>
              <a:gd name="connsiteY1" fmla="*/ 0 h 1783124"/>
              <a:gd name="connsiteX2" fmla="*/ 3798700 w 3891901"/>
              <a:gd name="connsiteY2" fmla="*/ 263471 h 1783124"/>
              <a:gd name="connsiteX3" fmla="*/ 3891901 w 3891901"/>
              <a:gd name="connsiteY3" fmla="*/ 1519653 h 1783124"/>
              <a:gd name="connsiteX4" fmla="*/ 0 w 3891901"/>
              <a:gd name="connsiteY4" fmla="*/ 1783124 h 1783124"/>
              <a:gd name="connsiteX0" fmla="*/ 0 w 3891901"/>
              <a:gd name="connsiteY0" fmla="*/ 1829619 h 1829619"/>
              <a:gd name="connsiteX1" fmla="*/ 364422 w 3891901"/>
              <a:gd name="connsiteY1" fmla="*/ 0 h 1829619"/>
              <a:gd name="connsiteX2" fmla="*/ 3798700 w 3891901"/>
              <a:gd name="connsiteY2" fmla="*/ 309966 h 1829619"/>
              <a:gd name="connsiteX3" fmla="*/ 3891901 w 3891901"/>
              <a:gd name="connsiteY3" fmla="*/ 1566148 h 1829619"/>
              <a:gd name="connsiteX4" fmla="*/ 0 w 3891901"/>
              <a:gd name="connsiteY4" fmla="*/ 1829619 h 1829619"/>
              <a:gd name="connsiteX0" fmla="*/ 0 w 3827144"/>
              <a:gd name="connsiteY0" fmla="*/ 1657824 h 1657824"/>
              <a:gd name="connsiteX1" fmla="*/ 299665 w 3827144"/>
              <a:gd name="connsiteY1" fmla="*/ 0 h 1657824"/>
              <a:gd name="connsiteX2" fmla="*/ 3733943 w 3827144"/>
              <a:gd name="connsiteY2" fmla="*/ 309966 h 1657824"/>
              <a:gd name="connsiteX3" fmla="*/ 3827144 w 3827144"/>
              <a:gd name="connsiteY3" fmla="*/ 1566148 h 1657824"/>
              <a:gd name="connsiteX4" fmla="*/ 0 w 3827144"/>
              <a:gd name="connsiteY4" fmla="*/ 1657824 h 1657824"/>
              <a:gd name="connsiteX0" fmla="*/ 0 w 3827144"/>
              <a:gd name="connsiteY0" fmla="*/ 1423037 h 1423037"/>
              <a:gd name="connsiteX1" fmla="*/ 196054 w 3827144"/>
              <a:gd name="connsiteY1" fmla="*/ 0 h 1423037"/>
              <a:gd name="connsiteX2" fmla="*/ 3733943 w 3827144"/>
              <a:gd name="connsiteY2" fmla="*/ 75179 h 1423037"/>
              <a:gd name="connsiteX3" fmla="*/ 3827144 w 3827144"/>
              <a:gd name="connsiteY3" fmla="*/ 1331361 h 1423037"/>
              <a:gd name="connsiteX4" fmla="*/ 0 w 3827144"/>
              <a:gd name="connsiteY4" fmla="*/ 1423037 h 142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7144" h="1423037">
                <a:moveTo>
                  <a:pt x="0" y="1423037"/>
                </a:moveTo>
                <a:lnTo>
                  <a:pt x="196054" y="0"/>
                </a:lnTo>
                <a:lnTo>
                  <a:pt x="3733943" y="75179"/>
                </a:lnTo>
                <a:lnTo>
                  <a:pt x="3827144" y="1331361"/>
                </a:lnTo>
                <a:lnTo>
                  <a:pt x="0" y="1423037"/>
                </a:lnTo>
                <a:close/>
              </a:path>
            </a:pathLst>
          </a:custGeom>
          <a:solidFill>
            <a:srgbClr val="003F88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梯形 6">
            <a:extLst>
              <a:ext uri="{FF2B5EF4-FFF2-40B4-BE49-F238E27FC236}">
                <a16:creationId xmlns:a16="http://schemas.microsoft.com/office/drawing/2014/main" id="{3E549859-161B-4796-94B0-E18C94AAB4AE}"/>
              </a:ext>
            </a:extLst>
          </p:cNvPr>
          <p:cNvSpPr/>
          <p:nvPr/>
        </p:nvSpPr>
        <p:spPr>
          <a:xfrm flipH="1" flipV="1">
            <a:off x="1304104" y="1639640"/>
            <a:ext cx="4569362" cy="4129335"/>
          </a:xfrm>
          <a:custGeom>
            <a:avLst/>
            <a:gdLst>
              <a:gd name="connsiteX0" fmla="*/ 0 w 3845406"/>
              <a:gd name="connsiteY0" fmla="*/ 1519653 h 1519653"/>
              <a:gd name="connsiteX1" fmla="*/ 317927 w 3845406"/>
              <a:gd name="connsiteY1" fmla="*/ 0 h 1519653"/>
              <a:gd name="connsiteX2" fmla="*/ 3527479 w 3845406"/>
              <a:gd name="connsiteY2" fmla="*/ 0 h 1519653"/>
              <a:gd name="connsiteX3" fmla="*/ 3845406 w 3845406"/>
              <a:gd name="connsiteY3" fmla="*/ 1519653 h 1519653"/>
              <a:gd name="connsiteX4" fmla="*/ 0 w 3845406"/>
              <a:gd name="connsiteY4" fmla="*/ 1519653 h 1519653"/>
              <a:gd name="connsiteX0" fmla="*/ 0 w 3845406"/>
              <a:gd name="connsiteY0" fmla="*/ 1519653 h 1519653"/>
              <a:gd name="connsiteX1" fmla="*/ 317927 w 3845406"/>
              <a:gd name="connsiteY1" fmla="*/ 0 h 1519653"/>
              <a:gd name="connsiteX2" fmla="*/ 3752205 w 3845406"/>
              <a:gd name="connsiteY2" fmla="*/ 263471 h 1519653"/>
              <a:gd name="connsiteX3" fmla="*/ 3845406 w 3845406"/>
              <a:gd name="connsiteY3" fmla="*/ 1519653 h 1519653"/>
              <a:gd name="connsiteX4" fmla="*/ 0 w 3845406"/>
              <a:gd name="connsiteY4" fmla="*/ 1519653 h 1519653"/>
              <a:gd name="connsiteX0" fmla="*/ 0 w 3891901"/>
              <a:gd name="connsiteY0" fmla="*/ 1783124 h 1783124"/>
              <a:gd name="connsiteX1" fmla="*/ 364422 w 3891901"/>
              <a:gd name="connsiteY1" fmla="*/ 0 h 1783124"/>
              <a:gd name="connsiteX2" fmla="*/ 3798700 w 3891901"/>
              <a:gd name="connsiteY2" fmla="*/ 263471 h 1783124"/>
              <a:gd name="connsiteX3" fmla="*/ 3891901 w 3891901"/>
              <a:gd name="connsiteY3" fmla="*/ 1519653 h 1783124"/>
              <a:gd name="connsiteX4" fmla="*/ 0 w 3891901"/>
              <a:gd name="connsiteY4" fmla="*/ 1783124 h 1783124"/>
              <a:gd name="connsiteX0" fmla="*/ 0 w 3891901"/>
              <a:gd name="connsiteY0" fmla="*/ 1829619 h 1829619"/>
              <a:gd name="connsiteX1" fmla="*/ 364422 w 3891901"/>
              <a:gd name="connsiteY1" fmla="*/ 0 h 1829619"/>
              <a:gd name="connsiteX2" fmla="*/ 3798700 w 3891901"/>
              <a:gd name="connsiteY2" fmla="*/ 309966 h 1829619"/>
              <a:gd name="connsiteX3" fmla="*/ 3891901 w 3891901"/>
              <a:gd name="connsiteY3" fmla="*/ 1566148 h 1829619"/>
              <a:gd name="connsiteX4" fmla="*/ 0 w 3891901"/>
              <a:gd name="connsiteY4" fmla="*/ 1829619 h 1829619"/>
              <a:gd name="connsiteX0" fmla="*/ 0 w 3827144"/>
              <a:gd name="connsiteY0" fmla="*/ 1657824 h 1657824"/>
              <a:gd name="connsiteX1" fmla="*/ 299665 w 3827144"/>
              <a:gd name="connsiteY1" fmla="*/ 0 h 1657824"/>
              <a:gd name="connsiteX2" fmla="*/ 3733943 w 3827144"/>
              <a:gd name="connsiteY2" fmla="*/ 309966 h 1657824"/>
              <a:gd name="connsiteX3" fmla="*/ 3827144 w 3827144"/>
              <a:gd name="connsiteY3" fmla="*/ 1566148 h 1657824"/>
              <a:gd name="connsiteX4" fmla="*/ 0 w 3827144"/>
              <a:gd name="connsiteY4" fmla="*/ 1657824 h 1657824"/>
              <a:gd name="connsiteX0" fmla="*/ 0 w 3827144"/>
              <a:gd name="connsiteY0" fmla="*/ 1423037 h 1423037"/>
              <a:gd name="connsiteX1" fmla="*/ 196054 w 3827144"/>
              <a:gd name="connsiteY1" fmla="*/ 0 h 1423037"/>
              <a:gd name="connsiteX2" fmla="*/ 3733943 w 3827144"/>
              <a:gd name="connsiteY2" fmla="*/ 75179 h 1423037"/>
              <a:gd name="connsiteX3" fmla="*/ 3827144 w 3827144"/>
              <a:gd name="connsiteY3" fmla="*/ 1331361 h 1423037"/>
              <a:gd name="connsiteX4" fmla="*/ 0 w 3827144"/>
              <a:gd name="connsiteY4" fmla="*/ 1423037 h 142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7144" h="1423037">
                <a:moveTo>
                  <a:pt x="0" y="1423037"/>
                </a:moveTo>
                <a:lnTo>
                  <a:pt x="196054" y="0"/>
                </a:lnTo>
                <a:lnTo>
                  <a:pt x="3733943" y="75179"/>
                </a:lnTo>
                <a:lnTo>
                  <a:pt x="3827144" y="1331361"/>
                </a:lnTo>
                <a:lnTo>
                  <a:pt x="0" y="1423037"/>
                </a:lnTo>
                <a:close/>
              </a:path>
            </a:pathLst>
          </a:custGeom>
          <a:solidFill>
            <a:srgbClr val="003F88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F0D2E0-F373-4358-862B-23B9F849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13DBD51-8EBC-4EFF-9432-8CAFA7BF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02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模块分解与知识点应用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AD439D6-7EAB-41A6-A921-17AE70ACA9CA}"/>
              </a:ext>
            </a:extLst>
          </p:cNvPr>
          <p:cNvGrpSpPr/>
          <p:nvPr/>
        </p:nvGrpSpPr>
        <p:grpSpPr>
          <a:xfrm>
            <a:off x="2140523" y="1490448"/>
            <a:ext cx="2896524" cy="694518"/>
            <a:chOff x="2080078" y="1301607"/>
            <a:chExt cx="2896524" cy="694518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051C1BB-022C-4BB4-8FCC-034BBBFA3526}"/>
                </a:ext>
              </a:extLst>
            </p:cNvPr>
            <p:cNvGrpSpPr/>
            <p:nvPr/>
          </p:nvGrpSpPr>
          <p:grpSpPr>
            <a:xfrm>
              <a:off x="2080078" y="1301607"/>
              <a:ext cx="2896524" cy="694518"/>
              <a:chOff x="1162373" y="1563389"/>
              <a:chExt cx="4703732" cy="4951709"/>
            </a:xfrm>
          </p:grpSpPr>
          <p:sp>
            <p:nvSpPr>
              <p:cNvPr id="17" name="梯形 6">
                <a:extLst>
                  <a:ext uri="{FF2B5EF4-FFF2-40B4-BE49-F238E27FC236}">
                    <a16:creationId xmlns:a16="http://schemas.microsoft.com/office/drawing/2014/main" id="{E20DFCD7-6D6B-4446-A57A-B9BE39303B14}"/>
                  </a:ext>
                </a:extLst>
              </p:cNvPr>
              <p:cNvSpPr/>
              <p:nvPr/>
            </p:nvSpPr>
            <p:spPr>
              <a:xfrm flipV="1">
                <a:off x="1162373" y="1563389"/>
                <a:ext cx="4657241" cy="4951709"/>
              </a:xfrm>
              <a:custGeom>
                <a:avLst/>
                <a:gdLst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527479 w 3845406"/>
                  <a:gd name="connsiteY2" fmla="*/ 0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752205 w 3845406"/>
                  <a:gd name="connsiteY2" fmla="*/ 263471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91901"/>
                  <a:gd name="connsiteY0" fmla="*/ 1783124 h 1783124"/>
                  <a:gd name="connsiteX1" fmla="*/ 364422 w 3891901"/>
                  <a:gd name="connsiteY1" fmla="*/ 0 h 1783124"/>
                  <a:gd name="connsiteX2" fmla="*/ 3798700 w 3891901"/>
                  <a:gd name="connsiteY2" fmla="*/ 263471 h 1783124"/>
                  <a:gd name="connsiteX3" fmla="*/ 3891901 w 3891901"/>
                  <a:gd name="connsiteY3" fmla="*/ 1519653 h 1783124"/>
                  <a:gd name="connsiteX4" fmla="*/ 0 w 3891901"/>
                  <a:gd name="connsiteY4" fmla="*/ 1783124 h 1783124"/>
                  <a:gd name="connsiteX0" fmla="*/ 0 w 3891901"/>
                  <a:gd name="connsiteY0" fmla="*/ 1829619 h 1829619"/>
                  <a:gd name="connsiteX1" fmla="*/ 364422 w 3891901"/>
                  <a:gd name="connsiteY1" fmla="*/ 0 h 1829619"/>
                  <a:gd name="connsiteX2" fmla="*/ 3798700 w 3891901"/>
                  <a:gd name="connsiteY2" fmla="*/ 309966 h 1829619"/>
                  <a:gd name="connsiteX3" fmla="*/ 3891901 w 3891901"/>
                  <a:gd name="connsiteY3" fmla="*/ 1566148 h 1829619"/>
                  <a:gd name="connsiteX4" fmla="*/ 0 w 3891901"/>
                  <a:gd name="connsiteY4" fmla="*/ 1829619 h 1829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01" h="1829619">
                    <a:moveTo>
                      <a:pt x="0" y="1829619"/>
                    </a:moveTo>
                    <a:lnTo>
                      <a:pt x="364422" y="0"/>
                    </a:lnTo>
                    <a:lnTo>
                      <a:pt x="3798700" y="309966"/>
                    </a:lnTo>
                    <a:lnTo>
                      <a:pt x="3891901" y="1566148"/>
                    </a:lnTo>
                    <a:lnTo>
                      <a:pt x="0" y="1829619"/>
                    </a:lnTo>
                    <a:close/>
                  </a:path>
                </a:pathLst>
              </a:custGeom>
              <a:noFill/>
              <a:ln w="38100">
                <a:solidFill>
                  <a:srgbClr val="003F88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梯形 6">
                <a:extLst>
                  <a:ext uri="{FF2B5EF4-FFF2-40B4-BE49-F238E27FC236}">
                    <a16:creationId xmlns:a16="http://schemas.microsoft.com/office/drawing/2014/main" id="{F43ACF75-C2EA-481E-B072-9D5158EE8E99}"/>
                  </a:ext>
                </a:extLst>
              </p:cNvPr>
              <p:cNvSpPr/>
              <p:nvPr/>
            </p:nvSpPr>
            <p:spPr>
              <a:xfrm flipH="1" flipV="1">
                <a:off x="1286356" y="1893696"/>
                <a:ext cx="4579749" cy="4460608"/>
              </a:xfrm>
              <a:custGeom>
                <a:avLst/>
                <a:gdLst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527479 w 3845406"/>
                  <a:gd name="connsiteY2" fmla="*/ 0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752205 w 3845406"/>
                  <a:gd name="connsiteY2" fmla="*/ 263471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91901"/>
                  <a:gd name="connsiteY0" fmla="*/ 1783124 h 1783124"/>
                  <a:gd name="connsiteX1" fmla="*/ 364422 w 3891901"/>
                  <a:gd name="connsiteY1" fmla="*/ 0 h 1783124"/>
                  <a:gd name="connsiteX2" fmla="*/ 3798700 w 3891901"/>
                  <a:gd name="connsiteY2" fmla="*/ 263471 h 1783124"/>
                  <a:gd name="connsiteX3" fmla="*/ 3891901 w 3891901"/>
                  <a:gd name="connsiteY3" fmla="*/ 1519653 h 1783124"/>
                  <a:gd name="connsiteX4" fmla="*/ 0 w 3891901"/>
                  <a:gd name="connsiteY4" fmla="*/ 1783124 h 1783124"/>
                  <a:gd name="connsiteX0" fmla="*/ 0 w 3891901"/>
                  <a:gd name="connsiteY0" fmla="*/ 1829619 h 1829619"/>
                  <a:gd name="connsiteX1" fmla="*/ 364422 w 3891901"/>
                  <a:gd name="connsiteY1" fmla="*/ 0 h 1829619"/>
                  <a:gd name="connsiteX2" fmla="*/ 3798700 w 3891901"/>
                  <a:gd name="connsiteY2" fmla="*/ 309966 h 1829619"/>
                  <a:gd name="connsiteX3" fmla="*/ 3891901 w 3891901"/>
                  <a:gd name="connsiteY3" fmla="*/ 1566148 h 1829619"/>
                  <a:gd name="connsiteX4" fmla="*/ 0 w 3891901"/>
                  <a:gd name="connsiteY4" fmla="*/ 1829619 h 1829619"/>
                  <a:gd name="connsiteX0" fmla="*/ 0 w 3827144"/>
                  <a:gd name="connsiteY0" fmla="*/ 1657824 h 1657824"/>
                  <a:gd name="connsiteX1" fmla="*/ 299665 w 3827144"/>
                  <a:gd name="connsiteY1" fmla="*/ 0 h 1657824"/>
                  <a:gd name="connsiteX2" fmla="*/ 3733943 w 3827144"/>
                  <a:gd name="connsiteY2" fmla="*/ 309966 h 1657824"/>
                  <a:gd name="connsiteX3" fmla="*/ 3827144 w 3827144"/>
                  <a:gd name="connsiteY3" fmla="*/ 1566148 h 1657824"/>
                  <a:gd name="connsiteX4" fmla="*/ 0 w 3827144"/>
                  <a:gd name="connsiteY4" fmla="*/ 1657824 h 1657824"/>
                  <a:gd name="connsiteX0" fmla="*/ 0 w 3827144"/>
                  <a:gd name="connsiteY0" fmla="*/ 1423037 h 1423037"/>
                  <a:gd name="connsiteX1" fmla="*/ 196054 w 3827144"/>
                  <a:gd name="connsiteY1" fmla="*/ 0 h 1423037"/>
                  <a:gd name="connsiteX2" fmla="*/ 3733943 w 3827144"/>
                  <a:gd name="connsiteY2" fmla="*/ 75179 h 1423037"/>
                  <a:gd name="connsiteX3" fmla="*/ 3827144 w 3827144"/>
                  <a:gd name="connsiteY3" fmla="*/ 1331361 h 1423037"/>
                  <a:gd name="connsiteX4" fmla="*/ 0 w 3827144"/>
                  <a:gd name="connsiteY4" fmla="*/ 1423037 h 142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7144" h="1423037">
                    <a:moveTo>
                      <a:pt x="0" y="1423037"/>
                    </a:moveTo>
                    <a:lnTo>
                      <a:pt x="196054" y="0"/>
                    </a:lnTo>
                    <a:lnTo>
                      <a:pt x="3733943" y="75179"/>
                    </a:lnTo>
                    <a:lnTo>
                      <a:pt x="3827144" y="1331361"/>
                    </a:lnTo>
                    <a:lnTo>
                      <a:pt x="0" y="1423037"/>
                    </a:lnTo>
                    <a:close/>
                  </a:path>
                </a:pathLst>
              </a:custGeom>
              <a:solidFill>
                <a:srgbClr val="003F88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B765682-9183-466F-93A2-B3F27EBBA621}"/>
                </a:ext>
              </a:extLst>
            </p:cNvPr>
            <p:cNvSpPr txBox="1"/>
            <p:nvPr/>
          </p:nvSpPr>
          <p:spPr>
            <a:xfrm>
              <a:off x="2156740" y="1450799"/>
              <a:ext cx="2743200" cy="4973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100"/>
                </a:spcAft>
              </a:pPr>
              <a:r>
                <a:rPr lang="zh-CN" altLang="en-US" sz="2400" b="1" dirty="0"/>
                <a:t>计时模块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9F0C3766-6BB8-4599-A766-FA908B6F53AB}"/>
              </a:ext>
            </a:extLst>
          </p:cNvPr>
          <p:cNvSpPr txBox="1"/>
          <p:nvPr/>
        </p:nvSpPr>
        <p:spPr>
          <a:xfrm>
            <a:off x="1561202" y="2721855"/>
            <a:ext cx="4055166" cy="1795043"/>
          </a:xfrm>
          <a:prstGeom prst="rect">
            <a:avLst/>
          </a:prstGeom>
          <a:noFill/>
        </p:spPr>
        <p:txBody>
          <a:bodyPr wrap="square" lIns="0" rIns="0" rtlCol="0" anchor="ctr">
            <a:norm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秒表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/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倒计时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：使用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计数器（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4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位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BCD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）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+ 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比较器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，初始值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00:00:00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通过寄存器存储。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 </a:t>
            </a:r>
            <a:endParaRPr lang="zh-CN" altLang="zh-CN" sz="2000" kern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Wingdings" panose="05000000000000000000" pitchFamily="2" charset="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F11DC90-9DE5-43F8-A7DD-BBC19FE2A48A}"/>
              </a:ext>
            </a:extLst>
          </p:cNvPr>
          <p:cNvGrpSpPr/>
          <p:nvPr/>
        </p:nvGrpSpPr>
        <p:grpSpPr>
          <a:xfrm>
            <a:off x="7540805" y="1490448"/>
            <a:ext cx="2896838" cy="694518"/>
            <a:chOff x="2080078" y="1301607"/>
            <a:chExt cx="2896838" cy="694518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6A6F069-FAE0-44B9-B1BD-F63151057775}"/>
                </a:ext>
              </a:extLst>
            </p:cNvPr>
            <p:cNvGrpSpPr/>
            <p:nvPr/>
          </p:nvGrpSpPr>
          <p:grpSpPr>
            <a:xfrm>
              <a:off x="2080078" y="1301607"/>
              <a:ext cx="2896838" cy="694518"/>
              <a:chOff x="1162373" y="1563389"/>
              <a:chExt cx="4704242" cy="4951709"/>
            </a:xfrm>
          </p:grpSpPr>
          <p:sp>
            <p:nvSpPr>
              <p:cNvPr id="21" name="梯形 6">
                <a:extLst>
                  <a:ext uri="{FF2B5EF4-FFF2-40B4-BE49-F238E27FC236}">
                    <a16:creationId xmlns:a16="http://schemas.microsoft.com/office/drawing/2014/main" id="{CC68FF00-C620-4FDB-9769-0F87BA8EA681}"/>
                  </a:ext>
                </a:extLst>
              </p:cNvPr>
              <p:cNvSpPr/>
              <p:nvPr/>
            </p:nvSpPr>
            <p:spPr>
              <a:xfrm flipV="1">
                <a:off x="1162373" y="1563389"/>
                <a:ext cx="4657241" cy="4951709"/>
              </a:xfrm>
              <a:custGeom>
                <a:avLst/>
                <a:gdLst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527479 w 3845406"/>
                  <a:gd name="connsiteY2" fmla="*/ 0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752205 w 3845406"/>
                  <a:gd name="connsiteY2" fmla="*/ 263471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91901"/>
                  <a:gd name="connsiteY0" fmla="*/ 1783124 h 1783124"/>
                  <a:gd name="connsiteX1" fmla="*/ 364422 w 3891901"/>
                  <a:gd name="connsiteY1" fmla="*/ 0 h 1783124"/>
                  <a:gd name="connsiteX2" fmla="*/ 3798700 w 3891901"/>
                  <a:gd name="connsiteY2" fmla="*/ 263471 h 1783124"/>
                  <a:gd name="connsiteX3" fmla="*/ 3891901 w 3891901"/>
                  <a:gd name="connsiteY3" fmla="*/ 1519653 h 1783124"/>
                  <a:gd name="connsiteX4" fmla="*/ 0 w 3891901"/>
                  <a:gd name="connsiteY4" fmla="*/ 1783124 h 1783124"/>
                  <a:gd name="connsiteX0" fmla="*/ 0 w 3891901"/>
                  <a:gd name="connsiteY0" fmla="*/ 1829619 h 1829619"/>
                  <a:gd name="connsiteX1" fmla="*/ 364422 w 3891901"/>
                  <a:gd name="connsiteY1" fmla="*/ 0 h 1829619"/>
                  <a:gd name="connsiteX2" fmla="*/ 3798700 w 3891901"/>
                  <a:gd name="connsiteY2" fmla="*/ 309966 h 1829619"/>
                  <a:gd name="connsiteX3" fmla="*/ 3891901 w 3891901"/>
                  <a:gd name="connsiteY3" fmla="*/ 1566148 h 1829619"/>
                  <a:gd name="connsiteX4" fmla="*/ 0 w 3891901"/>
                  <a:gd name="connsiteY4" fmla="*/ 1829619 h 1829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01" h="1829619">
                    <a:moveTo>
                      <a:pt x="0" y="1829619"/>
                    </a:moveTo>
                    <a:lnTo>
                      <a:pt x="364422" y="0"/>
                    </a:lnTo>
                    <a:lnTo>
                      <a:pt x="3798700" y="309966"/>
                    </a:lnTo>
                    <a:lnTo>
                      <a:pt x="3891901" y="1566148"/>
                    </a:lnTo>
                    <a:lnTo>
                      <a:pt x="0" y="1829619"/>
                    </a:lnTo>
                    <a:close/>
                  </a:path>
                </a:pathLst>
              </a:custGeom>
              <a:noFill/>
              <a:ln w="38100">
                <a:solidFill>
                  <a:srgbClr val="003F88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梯形 6">
                <a:extLst>
                  <a:ext uri="{FF2B5EF4-FFF2-40B4-BE49-F238E27FC236}">
                    <a16:creationId xmlns:a16="http://schemas.microsoft.com/office/drawing/2014/main" id="{346BD7FB-1609-415A-80C0-70BADBBE8CCD}"/>
                  </a:ext>
                </a:extLst>
              </p:cNvPr>
              <p:cNvSpPr/>
              <p:nvPr/>
            </p:nvSpPr>
            <p:spPr>
              <a:xfrm flipH="1" flipV="1">
                <a:off x="1286866" y="1997966"/>
                <a:ext cx="4579749" cy="4460608"/>
              </a:xfrm>
              <a:custGeom>
                <a:avLst/>
                <a:gdLst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527479 w 3845406"/>
                  <a:gd name="connsiteY2" fmla="*/ 0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752205 w 3845406"/>
                  <a:gd name="connsiteY2" fmla="*/ 263471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91901"/>
                  <a:gd name="connsiteY0" fmla="*/ 1783124 h 1783124"/>
                  <a:gd name="connsiteX1" fmla="*/ 364422 w 3891901"/>
                  <a:gd name="connsiteY1" fmla="*/ 0 h 1783124"/>
                  <a:gd name="connsiteX2" fmla="*/ 3798700 w 3891901"/>
                  <a:gd name="connsiteY2" fmla="*/ 263471 h 1783124"/>
                  <a:gd name="connsiteX3" fmla="*/ 3891901 w 3891901"/>
                  <a:gd name="connsiteY3" fmla="*/ 1519653 h 1783124"/>
                  <a:gd name="connsiteX4" fmla="*/ 0 w 3891901"/>
                  <a:gd name="connsiteY4" fmla="*/ 1783124 h 1783124"/>
                  <a:gd name="connsiteX0" fmla="*/ 0 w 3891901"/>
                  <a:gd name="connsiteY0" fmla="*/ 1829619 h 1829619"/>
                  <a:gd name="connsiteX1" fmla="*/ 364422 w 3891901"/>
                  <a:gd name="connsiteY1" fmla="*/ 0 h 1829619"/>
                  <a:gd name="connsiteX2" fmla="*/ 3798700 w 3891901"/>
                  <a:gd name="connsiteY2" fmla="*/ 309966 h 1829619"/>
                  <a:gd name="connsiteX3" fmla="*/ 3891901 w 3891901"/>
                  <a:gd name="connsiteY3" fmla="*/ 1566148 h 1829619"/>
                  <a:gd name="connsiteX4" fmla="*/ 0 w 3891901"/>
                  <a:gd name="connsiteY4" fmla="*/ 1829619 h 1829619"/>
                  <a:gd name="connsiteX0" fmla="*/ 0 w 3827144"/>
                  <a:gd name="connsiteY0" fmla="*/ 1657824 h 1657824"/>
                  <a:gd name="connsiteX1" fmla="*/ 299665 w 3827144"/>
                  <a:gd name="connsiteY1" fmla="*/ 0 h 1657824"/>
                  <a:gd name="connsiteX2" fmla="*/ 3733943 w 3827144"/>
                  <a:gd name="connsiteY2" fmla="*/ 309966 h 1657824"/>
                  <a:gd name="connsiteX3" fmla="*/ 3827144 w 3827144"/>
                  <a:gd name="connsiteY3" fmla="*/ 1566148 h 1657824"/>
                  <a:gd name="connsiteX4" fmla="*/ 0 w 3827144"/>
                  <a:gd name="connsiteY4" fmla="*/ 1657824 h 1657824"/>
                  <a:gd name="connsiteX0" fmla="*/ 0 w 3827144"/>
                  <a:gd name="connsiteY0" fmla="*/ 1423037 h 1423037"/>
                  <a:gd name="connsiteX1" fmla="*/ 196054 w 3827144"/>
                  <a:gd name="connsiteY1" fmla="*/ 0 h 1423037"/>
                  <a:gd name="connsiteX2" fmla="*/ 3733943 w 3827144"/>
                  <a:gd name="connsiteY2" fmla="*/ 75179 h 1423037"/>
                  <a:gd name="connsiteX3" fmla="*/ 3827144 w 3827144"/>
                  <a:gd name="connsiteY3" fmla="*/ 1331361 h 1423037"/>
                  <a:gd name="connsiteX4" fmla="*/ 0 w 3827144"/>
                  <a:gd name="connsiteY4" fmla="*/ 1423037 h 142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7144" h="1423037">
                    <a:moveTo>
                      <a:pt x="0" y="1423037"/>
                    </a:moveTo>
                    <a:lnTo>
                      <a:pt x="196054" y="0"/>
                    </a:lnTo>
                    <a:lnTo>
                      <a:pt x="3733943" y="75179"/>
                    </a:lnTo>
                    <a:lnTo>
                      <a:pt x="3827144" y="1331361"/>
                    </a:lnTo>
                    <a:lnTo>
                      <a:pt x="0" y="1423037"/>
                    </a:lnTo>
                    <a:close/>
                  </a:path>
                </a:pathLst>
              </a:custGeom>
              <a:solidFill>
                <a:srgbClr val="003F88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36C2252-8179-4D67-8AC3-B8C32BF622B9}"/>
                </a:ext>
              </a:extLst>
            </p:cNvPr>
            <p:cNvSpPr txBox="1"/>
            <p:nvPr/>
          </p:nvSpPr>
          <p:spPr>
            <a:xfrm>
              <a:off x="2142425" y="1426720"/>
              <a:ext cx="2743200" cy="4973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100"/>
                </a:spcAft>
              </a:pPr>
              <a:r>
                <a:rPr lang="zh-CN" altLang="zh-CN" sz="2400" b="1" kern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课程表逻辑</a:t>
              </a:r>
              <a:endParaRPr lang="zh-CN" altLang="en-US" sz="2400" b="1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AF4EFBAF-BECD-4EB0-887F-5A084F0C4E90}"/>
              </a:ext>
            </a:extLst>
          </p:cNvPr>
          <p:cNvSpPr txBox="1"/>
          <p:nvPr/>
        </p:nvSpPr>
        <p:spPr>
          <a:xfrm>
            <a:off x="6946923" y="2721855"/>
            <a:ext cx="4112917" cy="2147688"/>
          </a:xfrm>
          <a:prstGeom prst="rect">
            <a:avLst/>
          </a:prstGeom>
          <a:noFill/>
        </p:spPr>
        <p:txBody>
          <a:bodyPr wrap="square" lIns="0" rIns="0" rtlCol="0" anchor="ctr">
            <a:normAutofit/>
          </a:bodyPr>
          <a:lstStyle/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"/>
            </a:pP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输入编码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：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5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位二进制数表示每日时间段（如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10010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），</a:t>
            </a:r>
            <a:r>
              <a:rPr lang="zh-CN" altLang="zh-CN" sz="2000" kern="10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用</a:t>
            </a:r>
            <a:r>
              <a:rPr lang="zh-CN" altLang="zh-CN" sz="2000" b="1" kern="10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移位寄存器</a:t>
            </a:r>
            <a:r>
              <a:rPr lang="zh-CN" altLang="zh-CN" sz="2000" kern="10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存储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一周数据。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 </a:t>
            </a:r>
            <a:endParaRPr lang="zh-CN" altLang="zh-CN" sz="2000" kern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Wingdings" panose="05000000000000000000" pitchFamily="2" charset="2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"/>
            </a:pP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提醒触发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：比较器匹配当前时间与存储值，输出蜂鸣器信号。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 </a:t>
            </a:r>
            <a:endParaRPr lang="zh-CN" altLang="zh-CN" sz="2000" kern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62566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B9BDF-4CCA-2B66-8021-6A23E9366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梯形 6">
            <a:extLst>
              <a:ext uri="{FF2B5EF4-FFF2-40B4-BE49-F238E27FC236}">
                <a16:creationId xmlns:a16="http://schemas.microsoft.com/office/drawing/2014/main" id="{1BEC4026-6C08-A7E7-602F-C716A2A2730B}"/>
              </a:ext>
            </a:extLst>
          </p:cNvPr>
          <p:cNvSpPr/>
          <p:nvPr/>
        </p:nvSpPr>
        <p:spPr>
          <a:xfrm flipV="1">
            <a:off x="6704386" y="1639640"/>
            <a:ext cx="4569362" cy="4129335"/>
          </a:xfrm>
          <a:custGeom>
            <a:avLst/>
            <a:gdLst>
              <a:gd name="connsiteX0" fmla="*/ 0 w 3845406"/>
              <a:gd name="connsiteY0" fmla="*/ 1519653 h 1519653"/>
              <a:gd name="connsiteX1" fmla="*/ 317927 w 3845406"/>
              <a:gd name="connsiteY1" fmla="*/ 0 h 1519653"/>
              <a:gd name="connsiteX2" fmla="*/ 3527479 w 3845406"/>
              <a:gd name="connsiteY2" fmla="*/ 0 h 1519653"/>
              <a:gd name="connsiteX3" fmla="*/ 3845406 w 3845406"/>
              <a:gd name="connsiteY3" fmla="*/ 1519653 h 1519653"/>
              <a:gd name="connsiteX4" fmla="*/ 0 w 3845406"/>
              <a:gd name="connsiteY4" fmla="*/ 1519653 h 1519653"/>
              <a:gd name="connsiteX0" fmla="*/ 0 w 3845406"/>
              <a:gd name="connsiteY0" fmla="*/ 1519653 h 1519653"/>
              <a:gd name="connsiteX1" fmla="*/ 317927 w 3845406"/>
              <a:gd name="connsiteY1" fmla="*/ 0 h 1519653"/>
              <a:gd name="connsiteX2" fmla="*/ 3752205 w 3845406"/>
              <a:gd name="connsiteY2" fmla="*/ 263471 h 1519653"/>
              <a:gd name="connsiteX3" fmla="*/ 3845406 w 3845406"/>
              <a:gd name="connsiteY3" fmla="*/ 1519653 h 1519653"/>
              <a:gd name="connsiteX4" fmla="*/ 0 w 3845406"/>
              <a:gd name="connsiteY4" fmla="*/ 1519653 h 1519653"/>
              <a:gd name="connsiteX0" fmla="*/ 0 w 3891901"/>
              <a:gd name="connsiteY0" fmla="*/ 1783124 h 1783124"/>
              <a:gd name="connsiteX1" fmla="*/ 364422 w 3891901"/>
              <a:gd name="connsiteY1" fmla="*/ 0 h 1783124"/>
              <a:gd name="connsiteX2" fmla="*/ 3798700 w 3891901"/>
              <a:gd name="connsiteY2" fmla="*/ 263471 h 1783124"/>
              <a:gd name="connsiteX3" fmla="*/ 3891901 w 3891901"/>
              <a:gd name="connsiteY3" fmla="*/ 1519653 h 1783124"/>
              <a:gd name="connsiteX4" fmla="*/ 0 w 3891901"/>
              <a:gd name="connsiteY4" fmla="*/ 1783124 h 1783124"/>
              <a:gd name="connsiteX0" fmla="*/ 0 w 3891901"/>
              <a:gd name="connsiteY0" fmla="*/ 1829619 h 1829619"/>
              <a:gd name="connsiteX1" fmla="*/ 364422 w 3891901"/>
              <a:gd name="connsiteY1" fmla="*/ 0 h 1829619"/>
              <a:gd name="connsiteX2" fmla="*/ 3798700 w 3891901"/>
              <a:gd name="connsiteY2" fmla="*/ 309966 h 1829619"/>
              <a:gd name="connsiteX3" fmla="*/ 3891901 w 3891901"/>
              <a:gd name="connsiteY3" fmla="*/ 1566148 h 1829619"/>
              <a:gd name="connsiteX4" fmla="*/ 0 w 3891901"/>
              <a:gd name="connsiteY4" fmla="*/ 1829619 h 1829619"/>
              <a:gd name="connsiteX0" fmla="*/ 0 w 3827144"/>
              <a:gd name="connsiteY0" fmla="*/ 1657824 h 1657824"/>
              <a:gd name="connsiteX1" fmla="*/ 299665 w 3827144"/>
              <a:gd name="connsiteY1" fmla="*/ 0 h 1657824"/>
              <a:gd name="connsiteX2" fmla="*/ 3733943 w 3827144"/>
              <a:gd name="connsiteY2" fmla="*/ 309966 h 1657824"/>
              <a:gd name="connsiteX3" fmla="*/ 3827144 w 3827144"/>
              <a:gd name="connsiteY3" fmla="*/ 1566148 h 1657824"/>
              <a:gd name="connsiteX4" fmla="*/ 0 w 3827144"/>
              <a:gd name="connsiteY4" fmla="*/ 1657824 h 1657824"/>
              <a:gd name="connsiteX0" fmla="*/ 0 w 3827144"/>
              <a:gd name="connsiteY0" fmla="*/ 1423037 h 1423037"/>
              <a:gd name="connsiteX1" fmla="*/ 196054 w 3827144"/>
              <a:gd name="connsiteY1" fmla="*/ 0 h 1423037"/>
              <a:gd name="connsiteX2" fmla="*/ 3733943 w 3827144"/>
              <a:gd name="connsiteY2" fmla="*/ 75179 h 1423037"/>
              <a:gd name="connsiteX3" fmla="*/ 3827144 w 3827144"/>
              <a:gd name="connsiteY3" fmla="*/ 1331361 h 1423037"/>
              <a:gd name="connsiteX4" fmla="*/ 0 w 3827144"/>
              <a:gd name="connsiteY4" fmla="*/ 1423037 h 142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7144" h="1423037">
                <a:moveTo>
                  <a:pt x="0" y="1423037"/>
                </a:moveTo>
                <a:lnTo>
                  <a:pt x="196054" y="0"/>
                </a:lnTo>
                <a:lnTo>
                  <a:pt x="3733943" y="75179"/>
                </a:lnTo>
                <a:lnTo>
                  <a:pt x="3827144" y="1331361"/>
                </a:lnTo>
                <a:lnTo>
                  <a:pt x="0" y="1423037"/>
                </a:lnTo>
                <a:close/>
              </a:path>
            </a:pathLst>
          </a:custGeom>
          <a:solidFill>
            <a:srgbClr val="003F88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梯形 6">
            <a:extLst>
              <a:ext uri="{FF2B5EF4-FFF2-40B4-BE49-F238E27FC236}">
                <a16:creationId xmlns:a16="http://schemas.microsoft.com/office/drawing/2014/main" id="{AAD2A01D-613C-E0F9-967E-AED693F2F25E}"/>
              </a:ext>
            </a:extLst>
          </p:cNvPr>
          <p:cNvSpPr/>
          <p:nvPr/>
        </p:nvSpPr>
        <p:spPr>
          <a:xfrm flipH="1" flipV="1">
            <a:off x="1304104" y="1639640"/>
            <a:ext cx="4569362" cy="4129335"/>
          </a:xfrm>
          <a:custGeom>
            <a:avLst/>
            <a:gdLst>
              <a:gd name="connsiteX0" fmla="*/ 0 w 3845406"/>
              <a:gd name="connsiteY0" fmla="*/ 1519653 h 1519653"/>
              <a:gd name="connsiteX1" fmla="*/ 317927 w 3845406"/>
              <a:gd name="connsiteY1" fmla="*/ 0 h 1519653"/>
              <a:gd name="connsiteX2" fmla="*/ 3527479 w 3845406"/>
              <a:gd name="connsiteY2" fmla="*/ 0 h 1519653"/>
              <a:gd name="connsiteX3" fmla="*/ 3845406 w 3845406"/>
              <a:gd name="connsiteY3" fmla="*/ 1519653 h 1519653"/>
              <a:gd name="connsiteX4" fmla="*/ 0 w 3845406"/>
              <a:gd name="connsiteY4" fmla="*/ 1519653 h 1519653"/>
              <a:gd name="connsiteX0" fmla="*/ 0 w 3845406"/>
              <a:gd name="connsiteY0" fmla="*/ 1519653 h 1519653"/>
              <a:gd name="connsiteX1" fmla="*/ 317927 w 3845406"/>
              <a:gd name="connsiteY1" fmla="*/ 0 h 1519653"/>
              <a:gd name="connsiteX2" fmla="*/ 3752205 w 3845406"/>
              <a:gd name="connsiteY2" fmla="*/ 263471 h 1519653"/>
              <a:gd name="connsiteX3" fmla="*/ 3845406 w 3845406"/>
              <a:gd name="connsiteY3" fmla="*/ 1519653 h 1519653"/>
              <a:gd name="connsiteX4" fmla="*/ 0 w 3845406"/>
              <a:gd name="connsiteY4" fmla="*/ 1519653 h 1519653"/>
              <a:gd name="connsiteX0" fmla="*/ 0 w 3891901"/>
              <a:gd name="connsiteY0" fmla="*/ 1783124 h 1783124"/>
              <a:gd name="connsiteX1" fmla="*/ 364422 w 3891901"/>
              <a:gd name="connsiteY1" fmla="*/ 0 h 1783124"/>
              <a:gd name="connsiteX2" fmla="*/ 3798700 w 3891901"/>
              <a:gd name="connsiteY2" fmla="*/ 263471 h 1783124"/>
              <a:gd name="connsiteX3" fmla="*/ 3891901 w 3891901"/>
              <a:gd name="connsiteY3" fmla="*/ 1519653 h 1783124"/>
              <a:gd name="connsiteX4" fmla="*/ 0 w 3891901"/>
              <a:gd name="connsiteY4" fmla="*/ 1783124 h 1783124"/>
              <a:gd name="connsiteX0" fmla="*/ 0 w 3891901"/>
              <a:gd name="connsiteY0" fmla="*/ 1829619 h 1829619"/>
              <a:gd name="connsiteX1" fmla="*/ 364422 w 3891901"/>
              <a:gd name="connsiteY1" fmla="*/ 0 h 1829619"/>
              <a:gd name="connsiteX2" fmla="*/ 3798700 w 3891901"/>
              <a:gd name="connsiteY2" fmla="*/ 309966 h 1829619"/>
              <a:gd name="connsiteX3" fmla="*/ 3891901 w 3891901"/>
              <a:gd name="connsiteY3" fmla="*/ 1566148 h 1829619"/>
              <a:gd name="connsiteX4" fmla="*/ 0 w 3891901"/>
              <a:gd name="connsiteY4" fmla="*/ 1829619 h 1829619"/>
              <a:gd name="connsiteX0" fmla="*/ 0 w 3827144"/>
              <a:gd name="connsiteY0" fmla="*/ 1657824 h 1657824"/>
              <a:gd name="connsiteX1" fmla="*/ 299665 w 3827144"/>
              <a:gd name="connsiteY1" fmla="*/ 0 h 1657824"/>
              <a:gd name="connsiteX2" fmla="*/ 3733943 w 3827144"/>
              <a:gd name="connsiteY2" fmla="*/ 309966 h 1657824"/>
              <a:gd name="connsiteX3" fmla="*/ 3827144 w 3827144"/>
              <a:gd name="connsiteY3" fmla="*/ 1566148 h 1657824"/>
              <a:gd name="connsiteX4" fmla="*/ 0 w 3827144"/>
              <a:gd name="connsiteY4" fmla="*/ 1657824 h 1657824"/>
              <a:gd name="connsiteX0" fmla="*/ 0 w 3827144"/>
              <a:gd name="connsiteY0" fmla="*/ 1423037 h 1423037"/>
              <a:gd name="connsiteX1" fmla="*/ 196054 w 3827144"/>
              <a:gd name="connsiteY1" fmla="*/ 0 h 1423037"/>
              <a:gd name="connsiteX2" fmla="*/ 3733943 w 3827144"/>
              <a:gd name="connsiteY2" fmla="*/ 75179 h 1423037"/>
              <a:gd name="connsiteX3" fmla="*/ 3827144 w 3827144"/>
              <a:gd name="connsiteY3" fmla="*/ 1331361 h 1423037"/>
              <a:gd name="connsiteX4" fmla="*/ 0 w 3827144"/>
              <a:gd name="connsiteY4" fmla="*/ 1423037 h 142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7144" h="1423037">
                <a:moveTo>
                  <a:pt x="0" y="1423037"/>
                </a:moveTo>
                <a:lnTo>
                  <a:pt x="196054" y="0"/>
                </a:lnTo>
                <a:lnTo>
                  <a:pt x="3733943" y="75179"/>
                </a:lnTo>
                <a:lnTo>
                  <a:pt x="3827144" y="1331361"/>
                </a:lnTo>
                <a:lnTo>
                  <a:pt x="0" y="1423037"/>
                </a:lnTo>
                <a:close/>
              </a:path>
            </a:pathLst>
          </a:custGeom>
          <a:solidFill>
            <a:srgbClr val="003F88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640A86-99C8-4475-A731-D6AFE0D2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F6D8E6D-4B19-0EE3-6A2C-B9A89EBF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02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模块分解与知识点应用</a:t>
            </a:r>
            <a:endParaRPr kumimoji="0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3DDC5EF-AFF6-EBC0-6D76-AA96E75942FF}"/>
              </a:ext>
            </a:extLst>
          </p:cNvPr>
          <p:cNvGrpSpPr/>
          <p:nvPr/>
        </p:nvGrpSpPr>
        <p:grpSpPr>
          <a:xfrm>
            <a:off x="2140523" y="1490448"/>
            <a:ext cx="2896524" cy="694518"/>
            <a:chOff x="2080078" y="1301607"/>
            <a:chExt cx="2896524" cy="694518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3FE8F0A-2B64-030F-A90E-87314695D5EA}"/>
                </a:ext>
              </a:extLst>
            </p:cNvPr>
            <p:cNvGrpSpPr/>
            <p:nvPr/>
          </p:nvGrpSpPr>
          <p:grpSpPr>
            <a:xfrm>
              <a:off x="2080078" y="1301607"/>
              <a:ext cx="2896524" cy="694518"/>
              <a:chOff x="1162373" y="1563389"/>
              <a:chExt cx="4703732" cy="4951709"/>
            </a:xfrm>
          </p:grpSpPr>
          <p:sp>
            <p:nvSpPr>
              <p:cNvPr id="17" name="梯形 6">
                <a:extLst>
                  <a:ext uri="{FF2B5EF4-FFF2-40B4-BE49-F238E27FC236}">
                    <a16:creationId xmlns:a16="http://schemas.microsoft.com/office/drawing/2014/main" id="{B53CC04C-CDD3-5095-A4F0-C3AD66B6A022}"/>
                  </a:ext>
                </a:extLst>
              </p:cNvPr>
              <p:cNvSpPr/>
              <p:nvPr/>
            </p:nvSpPr>
            <p:spPr>
              <a:xfrm flipV="1">
                <a:off x="1162373" y="1563389"/>
                <a:ext cx="4657241" cy="4951709"/>
              </a:xfrm>
              <a:custGeom>
                <a:avLst/>
                <a:gdLst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527479 w 3845406"/>
                  <a:gd name="connsiteY2" fmla="*/ 0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752205 w 3845406"/>
                  <a:gd name="connsiteY2" fmla="*/ 263471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91901"/>
                  <a:gd name="connsiteY0" fmla="*/ 1783124 h 1783124"/>
                  <a:gd name="connsiteX1" fmla="*/ 364422 w 3891901"/>
                  <a:gd name="connsiteY1" fmla="*/ 0 h 1783124"/>
                  <a:gd name="connsiteX2" fmla="*/ 3798700 w 3891901"/>
                  <a:gd name="connsiteY2" fmla="*/ 263471 h 1783124"/>
                  <a:gd name="connsiteX3" fmla="*/ 3891901 w 3891901"/>
                  <a:gd name="connsiteY3" fmla="*/ 1519653 h 1783124"/>
                  <a:gd name="connsiteX4" fmla="*/ 0 w 3891901"/>
                  <a:gd name="connsiteY4" fmla="*/ 1783124 h 1783124"/>
                  <a:gd name="connsiteX0" fmla="*/ 0 w 3891901"/>
                  <a:gd name="connsiteY0" fmla="*/ 1829619 h 1829619"/>
                  <a:gd name="connsiteX1" fmla="*/ 364422 w 3891901"/>
                  <a:gd name="connsiteY1" fmla="*/ 0 h 1829619"/>
                  <a:gd name="connsiteX2" fmla="*/ 3798700 w 3891901"/>
                  <a:gd name="connsiteY2" fmla="*/ 309966 h 1829619"/>
                  <a:gd name="connsiteX3" fmla="*/ 3891901 w 3891901"/>
                  <a:gd name="connsiteY3" fmla="*/ 1566148 h 1829619"/>
                  <a:gd name="connsiteX4" fmla="*/ 0 w 3891901"/>
                  <a:gd name="connsiteY4" fmla="*/ 1829619 h 1829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01" h="1829619">
                    <a:moveTo>
                      <a:pt x="0" y="1829619"/>
                    </a:moveTo>
                    <a:lnTo>
                      <a:pt x="364422" y="0"/>
                    </a:lnTo>
                    <a:lnTo>
                      <a:pt x="3798700" y="309966"/>
                    </a:lnTo>
                    <a:lnTo>
                      <a:pt x="3891901" y="1566148"/>
                    </a:lnTo>
                    <a:lnTo>
                      <a:pt x="0" y="1829619"/>
                    </a:lnTo>
                    <a:close/>
                  </a:path>
                </a:pathLst>
              </a:custGeom>
              <a:noFill/>
              <a:ln w="38100">
                <a:solidFill>
                  <a:srgbClr val="003F88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梯形 6">
                <a:extLst>
                  <a:ext uri="{FF2B5EF4-FFF2-40B4-BE49-F238E27FC236}">
                    <a16:creationId xmlns:a16="http://schemas.microsoft.com/office/drawing/2014/main" id="{CBAB2B6A-3F1F-FBA6-354D-898A68A5BE45}"/>
                  </a:ext>
                </a:extLst>
              </p:cNvPr>
              <p:cNvSpPr/>
              <p:nvPr/>
            </p:nvSpPr>
            <p:spPr>
              <a:xfrm flipH="1" flipV="1">
                <a:off x="1286356" y="1893694"/>
                <a:ext cx="4579749" cy="4460608"/>
              </a:xfrm>
              <a:custGeom>
                <a:avLst/>
                <a:gdLst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527479 w 3845406"/>
                  <a:gd name="connsiteY2" fmla="*/ 0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752205 w 3845406"/>
                  <a:gd name="connsiteY2" fmla="*/ 263471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91901"/>
                  <a:gd name="connsiteY0" fmla="*/ 1783124 h 1783124"/>
                  <a:gd name="connsiteX1" fmla="*/ 364422 w 3891901"/>
                  <a:gd name="connsiteY1" fmla="*/ 0 h 1783124"/>
                  <a:gd name="connsiteX2" fmla="*/ 3798700 w 3891901"/>
                  <a:gd name="connsiteY2" fmla="*/ 263471 h 1783124"/>
                  <a:gd name="connsiteX3" fmla="*/ 3891901 w 3891901"/>
                  <a:gd name="connsiteY3" fmla="*/ 1519653 h 1783124"/>
                  <a:gd name="connsiteX4" fmla="*/ 0 w 3891901"/>
                  <a:gd name="connsiteY4" fmla="*/ 1783124 h 1783124"/>
                  <a:gd name="connsiteX0" fmla="*/ 0 w 3891901"/>
                  <a:gd name="connsiteY0" fmla="*/ 1829619 h 1829619"/>
                  <a:gd name="connsiteX1" fmla="*/ 364422 w 3891901"/>
                  <a:gd name="connsiteY1" fmla="*/ 0 h 1829619"/>
                  <a:gd name="connsiteX2" fmla="*/ 3798700 w 3891901"/>
                  <a:gd name="connsiteY2" fmla="*/ 309966 h 1829619"/>
                  <a:gd name="connsiteX3" fmla="*/ 3891901 w 3891901"/>
                  <a:gd name="connsiteY3" fmla="*/ 1566148 h 1829619"/>
                  <a:gd name="connsiteX4" fmla="*/ 0 w 3891901"/>
                  <a:gd name="connsiteY4" fmla="*/ 1829619 h 1829619"/>
                  <a:gd name="connsiteX0" fmla="*/ 0 w 3827144"/>
                  <a:gd name="connsiteY0" fmla="*/ 1657824 h 1657824"/>
                  <a:gd name="connsiteX1" fmla="*/ 299665 w 3827144"/>
                  <a:gd name="connsiteY1" fmla="*/ 0 h 1657824"/>
                  <a:gd name="connsiteX2" fmla="*/ 3733943 w 3827144"/>
                  <a:gd name="connsiteY2" fmla="*/ 309966 h 1657824"/>
                  <a:gd name="connsiteX3" fmla="*/ 3827144 w 3827144"/>
                  <a:gd name="connsiteY3" fmla="*/ 1566148 h 1657824"/>
                  <a:gd name="connsiteX4" fmla="*/ 0 w 3827144"/>
                  <a:gd name="connsiteY4" fmla="*/ 1657824 h 1657824"/>
                  <a:gd name="connsiteX0" fmla="*/ 0 w 3827144"/>
                  <a:gd name="connsiteY0" fmla="*/ 1423037 h 1423037"/>
                  <a:gd name="connsiteX1" fmla="*/ 196054 w 3827144"/>
                  <a:gd name="connsiteY1" fmla="*/ 0 h 1423037"/>
                  <a:gd name="connsiteX2" fmla="*/ 3733943 w 3827144"/>
                  <a:gd name="connsiteY2" fmla="*/ 75179 h 1423037"/>
                  <a:gd name="connsiteX3" fmla="*/ 3827144 w 3827144"/>
                  <a:gd name="connsiteY3" fmla="*/ 1331361 h 1423037"/>
                  <a:gd name="connsiteX4" fmla="*/ 0 w 3827144"/>
                  <a:gd name="connsiteY4" fmla="*/ 1423037 h 142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7144" h="1423037">
                    <a:moveTo>
                      <a:pt x="0" y="1423037"/>
                    </a:moveTo>
                    <a:lnTo>
                      <a:pt x="196054" y="0"/>
                    </a:lnTo>
                    <a:lnTo>
                      <a:pt x="3733943" y="75179"/>
                    </a:lnTo>
                    <a:lnTo>
                      <a:pt x="3827144" y="1331361"/>
                    </a:lnTo>
                    <a:lnTo>
                      <a:pt x="0" y="1423037"/>
                    </a:lnTo>
                    <a:close/>
                  </a:path>
                </a:pathLst>
              </a:custGeom>
              <a:solidFill>
                <a:srgbClr val="003F88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75A9FFE-9915-F04D-D30E-D841B6A69650}"/>
                </a:ext>
              </a:extLst>
            </p:cNvPr>
            <p:cNvSpPr txBox="1"/>
            <p:nvPr/>
          </p:nvSpPr>
          <p:spPr>
            <a:xfrm>
              <a:off x="2087235" y="1457582"/>
              <a:ext cx="2882209" cy="4973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100"/>
                </a:spcAft>
              </a:pPr>
              <a:r>
                <a:rPr lang="zh-CN" altLang="zh-CN" sz="2400" b="1" kern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专注反馈系统</a:t>
              </a:r>
              <a:endParaRPr lang="zh-CN" altLang="en-US" sz="3200" b="1" dirty="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555591F9-79EB-B6B3-F5C6-1A43EDA5CF88}"/>
              </a:ext>
            </a:extLst>
          </p:cNvPr>
          <p:cNvSpPr txBox="1"/>
          <p:nvPr/>
        </p:nvSpPr>
        <p:spPr>
          <a:xfrm>
            <a:off x="1442359" y="1921110"/>
            <a:ext cx="4044041" cy="3854648"/>
          </a:xfrm>
          <a:prstGeom prst="rect">
            <a:avLst/>
          </a:prstGeom>
          <a:noFill/>
        </p:spPr>
        <p:txBody>
          <a:bodyPr wrap="square" lIns="0" rIns="0" rtlCol="0" anchor="ctr">
            <a:normAutofit/>
          </a:bodyPr>
          <a:lstStyle/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"/>
            </a:pP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状态机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：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 </a:t>
            </a:r>
            <a:endParaRPr lang="zh-CN" altLang="zh-CN" sz="2000" kern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Wingdings" panose="05000000000000000000" pitchFamily="2" charset="2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"/>
            </a:pP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3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个按钮对应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3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种状态（完成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/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结束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/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继续），用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2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位编码器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实现优先级（默认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“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继续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”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）。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 </a:t>
            </a:r>
            <a:endParaRPr lang="zh-CN" altLang="zh-CN" sz="2000" kern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Wingdings" panose="05000000000000000000" pitchFamily="2" charset="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1BE48F8-5DF7-233C-95E3-B7BE1C0017BF}"/>
              </a:ext>
            </a:extLst>
          </p:cNvPr>
          <p:cNvGrpSpPr/>
          <p:nvPr/>
        </p:nvGrpSpPr>
        <p:grpSpPr>
          <a:xfrm>
            <a:off x="7540805" y="1490448"/>
            <a:ext cx="2896838" cy="694518"/>
            <a:chOff x="2080078" y="1301607"/>
            <a:chExt cx="2896838" cy="694518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D40E268-0BA1-108E-7A2F-047178F85B98}"/>
                </a:ext>
              </a:extLst>
            </p:cNvPr>
            <p:cNvGrpSpPr/>
            <p:nvPr/>
          </p:nvGrpSpPr>
          <p:grpSpPr>
            <a:xfrm>
              <a:off x="2080078" y="1301607"/>
              <a:ext cx="2896838" cy="694518"/>
              <a:chOff x="1162373" y="1563389"/>
              <a:chExt cx="4704242" cy="4951709"/>
            </a:xfrm>
          </p:grpSpPr>
          <p:sp>
            <p:nvSpPr>
              <p:cNvPr id="21" name="梯形 6">
                <a:extLst>
                  <a:ext uri="{FF2B5EF4-FFF2-40B4-BE49-F238E27FC236}">
                    <a16:creationId xmlns:a16="http://schemas.microsoft.com/office/drawing/2014/main" id="{D41D903C-0181-7C5F-363A-2F5548CDF7C3}"/>
                  </a:ext>
                </a:extLst>
              </p:cNvPr>
              <p:cNvSpPr/>
              <p:nvPr/>
            </p:nvSpPr>
            <p:spPr>
              <a:xfrm flipV="1">
                <a:off x="1162373" y="1563389"/>
                <a:ext cx="4657241" cy="4951709"/>
              </a:xfrm>
              <a:custGeom>
                <a:avLst/>
                <a:gdLst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527479 w 3845406"/>
                  <a:gd name="connsiteY2" fmla="*/ 0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752205 w 3845406"/>
                  <a:gd name="connsiteY2" fmla="*/ 263471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91901"/>
                  <a:gd name="connsiteY0" fmla="*/ 1783124 h 1783124"/>
                  <a:gd name="connsiteX1" fmla="*/ 364422 w 3891901"/>
                  <a:gd name="connsiteY1" fmla="*/ 0 h 1783124"/>
                  <a:gd name="connsiteX2" fmla="*/ 3798700 w 3891901"/>
                  <a:gd name="connsiteY2" fmla="*/ 263471 h 1783124"/>
                  <a:gd name="connsiteX3" fmla="*/ 3891901 w 3891901"/>
                  <a:gd name="connsiteY3" fmla="*/ 1519653 h 1783124"/>
                  <a:gd name="connsiteX4" fmla="*/ 0 w 3891901"/>
                  <a:gd name="connsiteY4" fmla="*/ 1783124 h 1783124"/>
                  <a:gd name="connsiteX0" fmla="*/ 0 w 3891901"/>
                  <a:gd name="connsiteY0" fmla="*/ 1829619 h 1829619"/>
                  <a:gd name="connsiteX1" fmla="*/ 364422 w 3891901"/>
                  <a:gd name="connsiteY1" fmla="*/ 0 h 1829619"/>
                  <a:gd name="connsiteX2" fmla="*/ 3798700 w 3891901"/>
                  <a:gd name="connsiteY2" fmla="*/ 309966 h 1829619"/>
                  <a:gd name="connsiteX3" fmla="*/ 3891901 w 3891901"/>
                  <a:gd name="connsiteY3" fmla="*/ 1566148 h 1829619"/>
                  <a:gd name="connsiteX4" fmla="*/ 0 w 3891901"/>
                  <a:gd name="connsiteY4" fmla="*/ 1829619 h 1829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901" h="1829619">
                    <a:moveTo>
                      <a:pt x="0" y="1829619"/>
                    </a:moveTo>
                    <a:lnTo>
                      <a:pt x="364422" y="0"/>
                    </a:lnTo>
                    <a:lnTo>
                      <a:pt x="3798700" y="309966"/>
                    </a:lnTo>
                    <a:lnTo>
                      <a:pt x="3891901" y="1566148"/>
                    </a:lnTo>
                    <a:lnTo>
                      <a:pt x="0" y="1829619"/>
                    </a:lnTo>
                    <a:close/>
                  </a:path>
                </a:pathLst>
              </a:custGeom>
              <a:noFill/>
              <a:ln w="38100">
                <a:solidFill>
                  <a:srgbClr val="003F88">
                    <a:alpha val="10196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梯形 6">
                <a:extLst>
                  <a:ext uri="{FF2B5EF4-FFF2-40B4-BE49-F238E27FC236}">
                    <a16:creationId xmlns:a16="http://schemas.microsoft.com/office/drawing/2014/main" id="{821764EB-5C3B-4227-B7EE-D51D94EAFA65}"/>
                  </a:ext>
                </a:extLst>
              </p:cNvPr>
              <p:cNvSpPr/>
              <p:nvPr/>
            </p:nvSpPr>
            <p:spPr>
              <a:xfrm flipH="1" flipV="1">
                <a:off x="1286866" y="1997966"/>
                <a:ext cx="4579749" cy="4460608"/>
              </a:xfrm>
              <a:custGeom>
                <a:avLst/>
                <a:gdLst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527479 w 3845406"/>
                  <a:gd name="connsiteY2" fmla="*/ 0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45406"/>
                  <a:gd name="connsiteY0" fmla="*/ 1519653 h 1519653"/>
                  <a:gd name="connsiteX1" fmla="*/ 317927 w 3845406"/>
                  <a:gd name="connsiteY1" fmla="*/ 0 h 1519653"/>
                  <a:gd name="connsiteX2" fmla="*/ 3752205 w 3845406"/>
                  <a:gd name="connsiteY2" fmla="*/ 263471 h 1519653"/>
                  <a:gd name="connsiteX3" fmla="*/ 3845406 w 3845406"/>
                  <a:gd name="connsiteY3" fmla="*/ 1519653 h 1519653"/>
                  <a:gd name="connsiteX4" fmla="*/ 0 w 3845406"/>
                  <a:gd name="connsiteY4" fmla="*/ 1519653 h 1519653"/>
                  <a:gd name="connsiteX0" fmla="*/ 0 w 3891901"/>
                  <a:gd name="connsiteY0" fmla="*/ 1783124 h 1783124"/>
                  <a:gd name="connsiteX1" fmla="*/ 364422 w 3891901"/>
                  <a:gd name="connsiteY1" fmla="*/ 0 h 1783124"/>
                  <a:gd name="connsiteX2" fmla="*/ 3798700 w 3891901"/>
                  <a:gd name="connsiteY2" fmla="*/ 263471 h 1783124"/>
                  <a:gd name="connsiteX3" fmla="*/ 3891901 w 3891901"/>
                  <a:gd name="connsiteY3" fmla="*/ 1519653 h 1783124"/>
                  <a:gd name="connsiteX4" fmla="*/ 0 w 3891901"/>
                  <a:gd name="connsiteY4" fmla="*/ 1783124 h 1783124"/>
                  <a:gd name="connsiteX0" fmla="*/ 0 w 3891901"/>
                  <a:gd name="connsiteY0" fmla="*/ 1829619 h 1829619"/>
                  <a:gd name="connsiteX1" fmla="*/ 364422 w 3891901"/>
                  <a:gd name="connsiteY1" fmla="*/ 0 h 1829619"/>
                  <a:gd name="connsiteX2" fmla="*/ 3798700 w 3891901"/>
                  <a:gd name="connsiteY2" fmla="*/ 309966 h 1829619"/>
                  <a:gd name="connsiteX3" fmla="*/ 3891901 w 3891901"/>
                  <a:gd name="connsiteY3" fmla="*/ 1566148 h 1829619"/>
                  <a:gd name="connsiteX4" fmla="*/ 0 w 3891901"/>
                  <a:gd name="connsiteY4" fmla="*/ 1829619 h 1829619"/>
                  <a:gd name="connsiteX0" fmla="*/ 0 w 3827144"/>
                  <a:gd name="connsiteY0" fmla="*/ 1657824 h 1657824"/>
                  <a:gd name="connsiteX1" fmla="*/ 299665 w 3827144"/>
                  <a:gd name="connsiteY1" fmla="*/ 0 h 1657824"/>
                  <a:gd name="connsiteX2" fmla="*/ 3733943 w 3827144"/>
                  <a:gd name="connsiteY2" fmla="*/ 309966 h 1657824"/>
                  <a:gd name="connsiteX3" fmla="*/ 3827144 w 3827144"/>
                  <a:gd name="connsiteY3" fmla="*/ 1566148 h 1657824"/>
                  <a:gd name="connsiteX4" fmla="*/ 0 w 3827144"/>
                  <a:gd name="connsiteY4" fmla="*/ 1657824 h 1657824"/>
                  <a:gd name="connsiteX0" fmla="*/ 0 w 3827144"/>
                  <a:gd name="connsiteY0" fmla="*/ 1423037 h 1423037"/>
                  <a:gd name="connsiteX1" fmla="*/ 196054 w 3827144"/>
                  <a:gd name="connsiteY1" fmla="*/ 0 h 1423037"/>
                  <a:gd name="connsiteX2" fmla="*/ 3733943 w 3827144"/>
                  <a:gd name="connsiteY2" fmla="*/ 75179 h 1423037"/>
                  <a:gd name="connsiteX3" fmla="*/ 3827144 w 3827144"/>
                  <a:gd name="connsiteY3" fmla="*/ 1331361 h 1423037"/>
                  <a:gd name="connsiteX4" fmla="*/ 0 w 3827144"/>
                  <a:gd name="connsiteY4" fmla="*/ 1423037 h 1423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27144" h="1423037">
                    <a:moveTo>
                      <a:pt x="0" y="1423037"/>
                    </a:moveTo>
                    <a:lnTo>
                      <a:pt x="196054" y="0"/>
                    </a:lnTo>
                    <a:lnTo>
                      <a:pt x="3733943" y="75179"/>
                    </a:lnTo>
                    <a:lnTo>
                      <a:pt x="3827144" y="1331361"/>
                    </a:lnTo>
                    <a:lnTo>
                      <a:pt x="0" y="1423037"/>
                    </a:lnTo>
                    <a:close/>
                  </a:path>
                </a:pathLst>
              </a:custGeom>
              <a:solidFill>
                <a:srgbClr val="003F88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A8AEA2C-F17F-8EF8-A7DC-CD93B24355DA}"/>
                </a:ext>
              </a:extLst>
            </p:cNvPr>
            <p:cNvSpPr txBox="1"/>
            <p:nvPr/>
          </p:nvSpPr>
          <p:spPr>
            <a:xfrm>
              <a:off x="2142425" y="1426720"/>
              <a:ext cx="2743200" cy="4973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100"/>
                </a:spcAft>
              </a:pPr>
              <a:r>
                <a:rPr lang="zh-CN" altLang="zh-CN" sz="2400" b="1" kern="100" dirty="0">
                  <a:solidFill>
                    <a:srgbClr val="333333"/>
                  </a:soli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环境感知模块</a:t>
              </a:r>
              <a:endParaRPr lang="zh-CN" altLang="en-US" sz="3200" b="1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36D722CF-6747-4322-D6D9-09EA946502FE}"/>
              </a:ext>
            </a:extLst>
          </p:cNvPr>
          <p:cNvSpPr txBox="1"/>
          <p:nvPr/>
        </p:nvSpPr>
        <p:spPr>
          <a:xfrm>
            <a:off x="7264400" y="2264624"/>
            <a:ext cx="3623496" cy="2879365"/>
          </a:xfrm>
          <a:prstGeom prst="rect">
            <a:avLst/>
          </a:prstGeom>
          <a:noFill/>
        </p:spPr>
        <p:txBody>
          <a:bodyPr wrap="square" lIns="0" rIns="0" rtlCol="0" anchor="ctr">
            <a:normAutofit/>
          </a:bodyPr>
          <a:lstStyle/>
          <a:p>
            <a:pPr lvl="0" algn="just">
              <a:spcBef>
                <a:spcPts val="300"/>
              </a:spcBef>
              <a:spcAft>
                <a:spcPts val="300"/>
              </a:spcAft>
            </a:pP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温湿度数据（如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DHT11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）通过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SPI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接口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传输，穿衣建议通过</a:t>
            </a:r>
            <a:r>
              <a:rPr lang="zh-CN" altLang="en-US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比较器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实现（预设温度区间对应文本</a:t>
            </a:r>
            <a:r>
              <a:rPr lang="zh-CN" altLang="en-US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前的灯亮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）。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Wingdings" panose="05000000000000000000" pitchFamily="2" charset="2"/>
              </a:rPr>
              <a:t>  </a:t>
            </a:r>
            <a:endParaRPr lang="zh-CN" altLang="zh-CN" sz="2000" kern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96802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340B-AA13-D975-D7C0-16243D2D2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A122BF7-A170-00A6-7470-0617EC03C4C9}"/>
              </a:ext>
            </a:extLst>
          </p:cNvPr>
          <p:cNvSpPr/>
          <p:nvPr/>
        </p:nvSpPr>
        <p:spPr>
          <a:xfrm>
            <a:off x="1197460" y="1699589"/>
            <a:ext cx="9797080" cy="3816627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080" h="3816627">
                <a:moveTo>
                  <a:pt x="0" y="0"/>
                </a:moveTo>
                <a:lnTo>
                  <a:pt x="9797080" y="39756"/>
                </a:lnTo>
                <a:lnTo>
                  <a:pt x="9479028" y="3816627"/>
                </a:lnTo>
                <a:lnTo>
                  <a:pt x="347870" y="3806688"/>
                </a:lnTo>
                <a:lnTo>
                  <a:pt x="0" y="0"/>
                </a:lnTo>
                <a:close/>
              </a:path>
            </a:pathLst>
          </a:custGeom>
          <a:solidFill>
            <a:srgbClr val="003F8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66BA34-A6C9-DC37-6026-BD179C24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824893E-2334-ACDB-61F4-BD73B3FC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02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模块分解与知识点应用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7D5CDC-F6ED-911C-FBE9-5EF1E3877927}"/>
              </a:ext>
            </a:extLst>
          </p:cNvPr>
          <p:cNvSpPr/>
          <p:nvPr/>
        </p:nvSpPr>
        <p:spPr>
          <a:xfrm>
            <a:off x="1568521" y="1428750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160">
                  <a:noFill/>
                  <a:prstDash val="solid"/>
                </a:ln>
                <a:solidFill>
                  <a:schemeClr val="tx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</a:p>
        </p:txBody>
      </p:sp>
      <p:sp>
        <p:nvSpPr>
          <p:cNvPr id="16" name="矩形 14">
            <a:extLst>
              <a:ext uri="{FF2B5EF4-FFF2-40B4-BE49-F238E27FC236}">
                <a16:creationId xmlns:a16="http://schemas.microsoft.com/office/drawing/2014/main" id="{67DF9315-47E3-3BDE-EB4A-F97729EDF174}"/>
              </a:ext>
            </a:extLst>
          </p:cNvPr>
          <p:cNvSpPr/>
          <p:nvPr/>
        </p:nvSpPr>
        <p:spPr>
          <a:xfrm>
            <a:off x="1051687" y="1663146"/>
            <a:ext cx="10154889" cy="4055166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616227 w 9797080"/>
              <a:gd name="connsiteY3" fmla="*/ 3806688 h 3816627"/>
              <a:gd name="connsiteX4" fmla="*/ 0 w 9797080"/>
              <a:gd name="connsiteY4" fmla="*/ 0 h 3816627"/>
              <a:gd name="connsiteX0" fmla="*/ 0 w 10154889"/>
              <a:gd name="connsiteY0" fmla="*/ 0 h 3816627"/>
              <a:gd name="connsiteX1" fmla="*/ 10154889 w 10154889"/>
              <a:gd name="connsiteY1" fmla="*/ 377687 h 3816627"/>
              <a:gd name="connsiteX2" fmla="*/ 9479028 w 10154889"/>
              <a:gd name="connsiteY2" fmla="*/ 3816627 h 3816627"/>
              <a:gd name="connsiteX3" fmla="*/ 616227 w 10154889"/>
              <a:gd name="connsiteY3" fmla="*/ 3806688 h 3816627"/>
              <a:gd name="connsiteX4" fmla="*/ 0 w 10154889"/>
              <a:gd name="connsiteY4" fmla="*/ 0 h 3816627"/>
              <a:gd name="connsiteX0" fmla="*/ 0 w 10154889"/>
              <a:gd name="connsiteY0" fmla="*/ 0 h 4055166"/>
              <a:gd name="connsiteX1" fmla="*/ 10154889 w 10154889"/>
              <a:gd name="connsiteY1" fmla="*/ 377687 h 4055166"/>
              <a:gd name="connsiteX2" fmla="*/ 9359758 w 10154889"/>
              <a:gd name="connsiteY2" fmla="*/ 4055166 h 4055166"/>
              <a:gd name="connsiteX3" fmla="*/ 616227 w 10154889"/>
              <a:gd name="connsiteY3" fmla="*/ 3806688 h 4055166"/>
              <a:gd name="connsiteX4" fmla="*/ 0 w 10154889"/>
              <a:gd name="connsiteY4" fmla="*/ 0 h 405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4889" h="4055166">
                <a:moveTo>
                  <a:pt x="0" y="0"/>
                </a:moveTo>
                <a:lnTo>
                  <a:pt x="10154889" y="377687"/>
                </a:lnTo>
                <a:lnTo>
                  <a:pt x="9359758" y="4055166"/>
                </a:lnTo>
                <a:lnTo>
                  <a:pt x="616227" y="3806688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003F88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815FF1-5EFF-344D-5FAA-9EDBE22E9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9688"/>
            <a:ext cx="12192000" cy="537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5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C0FC0D4-A6C8-47E8-BAA5-715B9C028EB2}"/>
              </a:ext>
            </a:extLst>
          </p:cNvPr>
          <p:cNvGrpSpPr/>
          <p:nvPr/>
        </p:nvGrpSpPr>
        <p:grpSpPr>
          <a:xfrm>
            <a:off x="7027667" y="537616"/>
            <a:ext cx="6961907" cy="702157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7" name="Freeform 105">
              <a:extLst>
                <a:ext uri="{FF2B5EF4-FFF2-40B4-BE49-F238E27FC236}">
                  <a16:creationId xmlns:a16="http://schemas.microsoft.com/office/drawing/2014/main" id="{28AF72BC-74AD-45B4-8F05-BA6B70D9F0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Freeform 106">
              <a:extLst>
                <a:ext uri="{FF2B5EF4-FFF2-40B4-BE49-F238E27FC236}">
                  <a16:creationId xmlns:a16="http://schemas.microsoft.com/office/drawing/2014/main" id="{555ED1DD-D4F5-46C3-B866-E59F337123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" name="Freeform 107">
              <a:extLst>
                <a:ext uri="{FF2B5EF4-FFF2-40B4-BE49-F238E27FC236}">
                  <a16:creationId xmlns:a16="http://schemas.microsoft.com/office/drawing/2014/main" id="{AA90CDC0-0076-4B09-AFB0-D265A2CCC9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108">
              <a:extLst>
                <a:ext uri="{FF2B5EF4-FFF2-40B4-BE49-F238E27FC236}">
                  <a16:creationId xmlns:a16="http://schemas.microsoft.com/office/drawing/2014/main" id="{3EE14156-837C-44BA-ACC8-01623B20DD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Freeform 109">
              <a:extLst>
                <a:ext uri="{FF2B5EF4-FFF2-40B4-BE49-F238E27FC236}">
                  <a16:creationId xmlns:a16="http://schemas.microsoft.com/office/drawing/2014/main" id="{86E332B9-0744-461B-B817-F3E69A78F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10">
              <a:extLst>
                <a:ext uri="{FF2B5EF4-FFF2-40B4-BE49-F238E27FC236}">
                  <a16:creationId xmlns:a16="http://schemas.microsoft.com/office/drawing/2014/main" id="{E396D3E2-4CBF-4F42-821E-440470D126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11">
              <a:extLst>
                <a:ext uri="{FF2B5EF4-FFF2-40B4-BE49-F238E27FC236}">
                  <a16:creationId xmlns:a16="http://schemas.microsoft.com/office/drawing/2014/main" id="{9C971085-45ED-433E-80F0-37B3662B84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12">
              <a:extLst>
                <a:ext uri="{FF2B5EF4-FFF2-40B4-BE49-F238E27FC236}">
                  <a16:creationId xmlns:a16="http://schemas.microsoft.com/office/drawing/2014/main" id="{11025A9F-5DCF-4A13-A4B0-D422B1334C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13">
              <a:extLst>
                <a:ext uri="{FF2B5EF4-FFF2-40B4-BE49-F238E27FC236}">
                  <a16:creationId xmlns:a16="http://schemas.microsoft.com/office/drawing/2014/main" id="{78B08F5A-3537-4369-8A77-CCB172E924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3978" y="4506098"/>
              <a:ext cx="173950" cy="272269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4">
              <a:extLst>
                <a:ext uri="{FF2B5EF4-FFF2-40B4-BE49-F238E27FC236}">
                  <a16:creationId xmlns:a16="http://schemas.microsoft.com/office/drawing/2014/main" id="{089965BE-4DD1-4D4B-A00B-645C37FD31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5">
              <a:extLst>
                <a:ext uri="{FF2B5EF4-FFF2-40B4-BE49-F238E27FC236}">
                  <a16:creationId xmlns:a16="http://schemas.microsoft.com/office/drawing/2014/main" id="{8227C96E-6BD5-4475-8005-B8CAA5FB58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6">
              <a:extLst>
                <a:ext uri="{FF2B5EF4-FFF2-40B4-BE49-F238E27FC236}">
                  <a16:creationId xmlns:a16="http://schemas.microsoft.com/office/drawing/2014/main" id="{6C4E3717-FE2A-4B72-9CC7-785BD1420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117">
              <a:extLst>
                <a:ext uri="{FF2B5EF4-FFF2-40B4-BE49-F238E27FC236}">
                  <a16:creationId xmlns:a16="http://schemas.microsoft.com/office/drawing/2014/main" id="{9E32D77F-1324-4524-B3A8-45B1ADF399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Freeform 118">
              <a:extLst>
                <a:ext uri="{FF2B5EF4-FFF2-40B4-BE49-F238E27FC236}">
                  <a16:creationId xmlns:a16="http://schemas.microsoft.com/office/drawing/2014/main" id="{B92D7ED2-8767-4396-BBFE-802874493C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19">
              <a:extLst>
                <a:ext uri="{FF2B5EF4-FFF2-40B4-BE49-F238E27FC236}">
                  <a16:creationId xmlns:a16="http://schemas.microsoft.com/office/drawing/2014/main" id="{57BDD39D-0358-4557-B69C-BCC39BAC0C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20">
              <a:extLst>
                <a:ext uri="{FF2B5EF4-FFF2-40B4-BE49-F238E27FC236}">
                  <a16:creationId xmlns:a16="http://schemas.microsoft.com/office/drawing/2014/main" id="{820FD44A-13EC-4742-8277-D1F180503F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21">
              <a:extLst>
                <a:ext uri="{FF2B5EF4-FFF2-40B4-BE49-F238E27FC236}">
                  <a16:creationId xmlns:a16="http://schemas.microsoft.com/office/drawing/2014/main" id="{9E749348-2825-40A5-B7B0-609CF8A67C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22">
              <a:extLst>
                <a:ext uri="{FF2B5EF4-FFF2-40B4-BE49-F238E27FC236}">
                  <a16:creationId xmlns:a16="http://schemas.microsoft.com/office/drawing/2014/main" id="{1DC751F0-0896-4151-B7A2-B0F378660C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23">
              <a:extLst>
                <a:ext uri="{FF2B5EF4-FFF2-40B4-BE49-F238E27FC236}">
                  <a16:creationId xmlns:a16="http://schemas.microsoft.com/office/drawing/2014/main" id="{3EE365C9-7D45-40FB-8058-815261354E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24">
              <a:extLst>
                <a:ext uri="{FF2B5EF4-FFF2-40B4-BE49-F238E27FC236}">
                  <a16:creationId xmlns:a16="http://schemas.microsoft.com/office/drawing/2014/main" id="{8F1B158D-0305-4549-BBB5-AB037C5C0C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5">
              <a:extLst>
                <a:ext uri="{FF2B5EF4-FFF2-40B4-BE49-F238E27FC236}">
                  <a16:creationId xmlns:a16="http://schemas.microsoft.com/office/drawing/2014/main" id="{CF436B79-3B5C-413F-821E-99DE9695DD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6">
              <a:extLst>
                <a:ext uri="{FF2B5EF4-FFF2-40B4-BE49-F238E27FC236}">
                  <a16:creationId xmlns:a16="http://schemas.microsoft.com/office/drawing/2014/main" id="{59AF04A9-8673-4008-96E8-B5725D7279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7">
              <a:extLst>
                <a:ext uri="{FF2B5EF4-FFF2-40B4-BE49-F238E27FC236}">
                  <a16:creationId xmlns:a16="http://schemas.microsoft.com/office/drawing/2014/main" id="{6AE58532-4864-407E-BB00-8F9393BB9F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8">
              <a:extLst>
                <a:ext uri="{FF2B5EF4-FFF2-40B4-BE49-F238E27FC236}">
                  <a16:creationId xmlns:a16="http://schemas.microsoft.com/office/drawing/2014/main" id="{60554049-1FD6-4DF7-9E9B-F405539432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29">
              <a:extLst>
                <a:ext uri="{FF2B5EF4-FFF2-40B4-BE49-F238E27FC236}">
                  <a16:creationId xmlns:a16="http://schemas.microsoft.com/office/drawing/2014/main" id="{C906261C-00D4-4ED2-98D5-735DA1003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30">
              <a:extLst>
                <a:ext uri="{FF2B5EF4-FFF2-40B4-BE49-F238E27FC236}">
                  <a16:creationId xmlns:a16="http://schemas.microsoft.com/office/drawing/2014/main" id="{0CB271BF-2A22-44DA-800A-429D5D2C6B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31">
              <a:extLst>
                <a:ext uri="{FF2B5EF4-FFF2-40B4-BE49-F238E27FC236}">
                  <a16:creationId xmlns:a16="http://schemas.microsoft.com/office/drawing/2014/main" id="{BD2BA7E8-05E4-4120-9C5F-5844706253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32">
              <a:extLst>
                <a:ext uri="{FF2B5EF4-FFF2-40B4-BE49-F238E27FC236}">
                  <a16:creationId xmlns:a16="http://schemas.microsoft.com/office/drawing/2014/main" id="{1C9E3483-E531-4A2E-A483-890336EC3C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33">
              <a:extLst>
                <a:ext uri="{FF2B5EF4-FFF2-40B4-BE49-F238E27FC236}">
                  <a16:creationId xmlns:a16="http://schemas.microsoft.com/office/drawing/2014/main" id="{D4A49A8A-265A-4BC5-AE78-7593A9D0BF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34">
              <a:extLst>
                <a:ext uri="{FF2B5EF4-FFF2-40B4-BE49-F238E27FC236}">
                  <a16:creationId xmlns:a16="http://schemas.microsoft.com/office/drawing/2014/main" id="{11885A49-A514-42B4-BAB9-016AE0BD00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5">
              <a:extLst>
                <a:ext uri="{FF2B5EF4-FFF2-40B4-BE49-F238E27FC236}">
                  <a16:creationId xmlns:a16="http://schemas.microsoft.com/office/drawing/2014/main" id="{9732A052-027D-4794-92BF-30F2F73DE9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6">
              <a:extLst>
                <a:ext uri="{FF2B5EF4-FFF2-40B4-BE49-F238E27FC236}">
                  <a16:creationId xmlns:a16="http://schemas.microsoft.com/office/drawing/2014/main" id="{2C7F9013-DA77-4B30-8DBD-3C45DE3E89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7">
              <a:extLst>
                <a:ext uri="{FF2B5EF4-FFF2-40B4-BE49-F238E27FC236}">
                  <a16:creationId xmlns:a16="http://schemas.microsoft.com/office/drawing/2014/main" id="{BC9E6D63-1670-4E0B-8723-DAA70F35A4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8">
              <a:extLst>
                <a:ext uri="{FF2B5EF4-FFF2-40B4-BE49-F238E27FC236}">
                  <a16:creationId xmlns:a16="http://schemas.microsoft.com/office/drawing/2014/main" id="{142B2C2C-18C5-403A-B49B-991B4F131D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39">
              <a:extLst>
                <a:ext uri="{FF2B5EF4-FFF2-40B4-BE49-F238E27FC236}">
                  <a16:creationId xmlns:a16="http://schemas.microsoft.com/office/drawing/2014/main" id="{FEB5C345-8555-4F14-9331-547B2C4B1A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40">
              <a:extLst>
                <a:ext uri="{FF2B5EF4-FFF2-40B4-BE49-F238E27FC236}">
                  <a16:creationId xmlns:a16="http://schemas.microsoft.com/office/drawing/2014/main" id="{9F7452C2-8B11-4BFA-AC07-2FCA0BC4A4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3" name="Freeform 141">
              <a:extLst>
                <a:ext uri="{FF2B5EF4-FFF2-40B4-BE49-F238E27FC236}">
                  <a16:creationId xmlns:a16="http://schemas.microsoft.com/office/drawing/2014/main" id="{3F856165-DA70-4184-B7B4-1DA197AB4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pic>
        <p:nvPicPr>
          <p:cNvPr id="82" name="图片 81">
            <a:extLst>
              <a:ext uri="{FF2B5EF4-FFF2-40B4-BE49-F238E27FC236}">
                <a16:creationId xmlns:a16="http://schemas.microsoft.com/office/drawing/2014/main" id="{3F84DAA3-7472-44C5-B599-E4BE452A01E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8190" y="3679666"/>
            <a:ext cx="5646036" cy="2772000"/>
          </a:xfrm>
          <a:prstGeom prst="rect">
            <a:avLst/>
          </a:prstGeom>
        </p:spPr>
      </p:pic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89DF4B2-136D-4E8A-8F88-B2C41B0C4B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创新性分析</a:t>
            </a:r>
            <a:endParaRPr kumimoji="0" lang="zh-CN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46C311-26A2-4E78-B731-8A873076CA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E23D8C0-60A3-09A5-2607-C25EC8F420A5}"/>
              </a:ext>
            </a:extLst>
          </p:cNvPr>
          <p:cNvSpPr/>
          <p:nvPr/>
        </p:nvSpPr>
        <p:spPr>
          <a:xfrm>
            <a:off x="960840" y="4585109"/>
            <a:ext cx="2950760" cy="840025"/>
          </a:xfrm>
          <a:prstGeom prst="roundRect">
            <a:avLst>
              <a:gd name="adj" fmla="val 0"/>
            </a:avLst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904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36A63-7F60-CB78-AAE6-393BF2C1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68E6EC8-78A7-A155-BF77-89FF153FBC8A}"/>
              </a:ext>
            </a:extLst>
          </p:cNvPr>
          <p:cNvSpPr/>
          <p:nvPr/>
        </p:nvSpPr>
        <p:spPr>
          <a:xfrm>
            <a:off x="1197460" y="1699589"/>
            <a:ext cx="9797080" cy="3816627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080" h="3816627">
                <a:moveTo>
                  <a:pt x="0" y="0"/>
                </a:moveTo>
                <a:lnTo>
                  <a:pt x="9797080" y="39756"/>
                </a:lnTo>
                <a:lnTo>
                  <a:pt x="9479028" y="3816627"/>
                </a:lnTo>
                <a:lnTo>
                  <a:pt x="347870" y="3806688"/>
                </a:lnTo>
                <a:lnTo>
                  <a:pt x="0" y="0"/>
                </a:lnTo>
                <a:close/>
              </a:path>
            </a:pathLst>
          </a:custGeom>
          <a:solidFill>
            <a:srgbClr val="003F8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64D817-CF9B-C9B5-E527-E09F6AF38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D03CD77-4826-2433-ED40-10595D52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03 </a:t>
            </a:r>
            <a:r>
              <a:rPr lang="zh-CN" altLang="en-US" dirty="0"/>
              <a:t>创新性分析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B5F270-6834-7FC4-DB70-BD5D14EC005B}"/>
              </a:ext>
            </a:extLst>
          </p:cNvPr>
          <p:cNvSpPr/>
          <p:nvPr/>
        </p:nvSpPr>
        <p:spPr>
          <a:xfrm>
            <a:off x="1568521" y="1428750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160">
                  <a:noFill/>
                  <a:prstDash val="solid"/>
                </a:ln>
                <a:solidFill>
                  <a:schemeClr val="tx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</a:p>
        </p:txBody>
      </p:sp>
      <p:sp>
        <p:nvSpPr>
          <p:cNvPr id="16" name="矩形 14">
            <a:extLst>
              <a:ext uri="{FF2B5EF4-FFF2-40B4-BE49-F238E27FC236}">
                <a16:creationId xmlns:a16="http://schemas.microsoft.com/office/drawing/2014/main" id="{866213FF-F1BC-EDDA-72E2-FF565B142717}"/>
              </a:ext>
            </a:extLst>
          </p:cNvPr>
          <p:cNvSpPr/>
          <p:nvPr/>
        </p:nvSpPr>
        <p:spPr>
          <a:xfrm>
            <a:off x="1051687" y="1663146"/>
            <a:ext cx="10154889" cy="4055166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616227 w 9797080"/>
              <a:gd name="connsiteY3" fmla="*/ 3806688 h 3816627"/>
              <a:gd name="connsiteX4" fmla="*/ 0 w 9797080"/>
              <a:gd name="connsiteY4" fmla="*/ 0 h 3816627"/>
              <a:gd name="connsiteX0" fmla="*/ 0 w 10154889"/>
              <a:gd name="connsiteY0" fmla="*/ 0 h 3816627"/>
              <a:gd name="connsiteX1" fmla="*/ 10154889 w 10154889"/>
              <a:gd name="connsiteY1" fmla="*/ 377687 h 3816627"/>
              <a:gd name="connsiteX2" fmla="*/ 9479028 w 10154889"/>
              <a:gd name="connsiteY2" fmla="*/ 3816627 h 3816627"/>
              <a:gd name="connsiteX3" fmla="*/ 616227 w 10154889"/>
              <a:gd name="connsiteY3" fmla="*/ 3806688 h 3816627"/>
              <a:gd name="connsiteX4" fmla="*/ 0 w 10154889"/>
              <a:gd name="connsiteY4" fmla="*/ 0 h 3816627"/>
              <a:gd name="connsiteX0" fmla="*/ 0 w 10154889"/>
              <a:gd name="connsiteY0" fmla="*/ 0 h 4055166"/>
              <a:gd name="connsiteX1" fmla="*/ 10154889 w 10154889"/>
              <a:gd name="connsiteY1" fmla="*/ 377687 h 4055166"/>
              <a:gd name="connsiteX2" fmla="*/ 9359758 w 10154889"/>
              <a:gd name="connsiteY2" fmla="*/ 4055166 h 4055166"/>
              <a:gd name="connsiteX3" fmla="*/ 616227 w 10154889"/>
              <a:gd name="connsiteY3" fmla="*/ 3806688 h 4055166"/>
              <a:gd name="connsiteX4" fmla="*/ 0 w 10154889"/>
              <a:gd name="connsiteY4" fmla="*/ 0 h 405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4889" h="4055166">
                <a:moveTo>
                  <a:pt x="0" y="0"/>
                </a:moveTo>
                <a:lnTo>
                  <a:pt x="10154889" y="377687"/>
                </a:lnTo>
                <a:lnTo>
                  <a:pt x="9359758" y="4055166"/>
                </a:lnTo>
                <a:lnTo>
                  <a:pt x="616227" y="3806688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003F88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C8E763-BCAE-8B34-357B-3B1B9D7FEA32}"/>
              </a:ext>
            </a:extLst>
          </p:cNvPr>
          <p:cNvSpPr txBox="1"/>
          <p:nvPr/>
        </p:nvSpPr>
        <p:spPr>
          <a:xfrm>
            <a:off x="1568521" y="1827379"/>
            <a:ext cx="9359759" cy="37470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2800" b="1" dirty="0"/>
              <a:t>脱离手机</a:t>
            </a:r>
            <a:r>
              <a:rPr lang="zh-CN" altLang="en-US" sz="2800" dirty="0"/>
              <a:t>：物理按键交互。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endParaRPr lang="zh-CN" altLang="en-US" sz="2800" dirty="0"/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2800" b="1" dirty="0"/>
              <a:t>智慧校园联动</a:t>
            </a:r>
            <a:r>
              <a:rPr lang="zh-CN" altLang="en-US" sz="2800" dirty="0"/>
              <a:t>：课程提醒、环境感知（温湿度穿衣建议）。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endParaRPr lang="zh-CN" altLang="en-US" sz="2800" dirty="0"/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2800" b="1" dirty="0"/>
              <a:t>行为闭环</a:t>
            </a:r>
            <a:r>
              <a:rPr lang="zh-CN" altLang="en-US" sz="2800" dirty="0"/>
              <a:t>：专注反馈</a:t>
            </a:r>
            <a:r>
              <a:rPr lang="en-US" altLang="zh-CN" sz="2800" dirty="0"/>
              <a:t>+</a:t>
            </a:r>
            <a:r>
              <a:rPr lang="zh-CN" altLang="en-US" sz="2800" dirty="0"/>
              <a:t>随机奖励机制（</a:t>
            </a:r>
            <a:r>
              <a:rPr lang="en-US" altLang="zh-CN" sz="2800" dirty="0"/>
              <a:t>LFSR</a:t>
            </a:r>
            <a:r>
              <a:rPr lang="zh-CN" altLang="en-US" sz="2800" dirty="0"/>
              <a:t>动态奖励）。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441657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E892F-6267-4E42-F370-D92329D9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E7A5078-EE70-09C3-EF6C-89B17E29C9DA}"/>
              </a:ext>
            </a:extLst>
          </p:cNvPr>
          <p:cNvSpPr/>
          <p:nvPr/>
        </p:nvSpPr>
        <p:spPr>
          <a:xfrm>
            <a:off x="1197460" y="1699589"/>
            <a:ext cx="9797080" cy="3816627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080" h="3816627">
                <a:moveTo>
                  <a:pt x="0" y="0"/>
                </a:moveTo>
                <a:lnTo>
                  <a:pt x="9797080" y="39756"/>
                </a:lnTo>
                <a:lnTo>
                  <a:pt x="9479028" y="3816627"/>
                </a:lnTo>
                <a:lnTo>
                  <a:pt x="347870" y="3806688"/>
                </a:lnTo>
                <a:lnTo>
                  <a:pt x="0" y="0"/>
                </a:lnTo>
                <a:close/>
              </a:path>
            </a:pathLst>
          </a:custGeom>
          <a:solidFill>
            <a:srgbClr val="003F8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719F68-0A50-770F-9A7C-77CD8B4F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2C95E81-BC02-8378-8098-AAA712FF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03 </a:t>
            </a:r>
            <a:r>
              <a:rPr lang="zh-CN" altLang="en-US" dirty="0"/>
              <a:t>创新性分析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489E7E-E9FC-F6D1-35B7-F6CDDDDB9C5C}"/>
              </a:ext>
            </a:extLst>
          </p:cNvPr>
          <p:cNvSpPr/>
          <p:nvPr/>
        </p:nvSpPr>
        <p:spPr>
          <a:xfrm>
            <a:off x="1568521" y="1428750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160">
                  <a:noFill/>
                  <a:prstDash val="solid"/>
                </a:ln>
                <a:solidFill>
                  <a:schemeClr val="tx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</a:p>
        </p:txBody>
      </p:sp>
      <p:sp>
        <p:nvSpPr>
          <p:cNvPr id="16" name="矩形 14">
            <a:extLst>
              <a:ext uri="{FF2B5EF4-FFF2-40B4-BE49-F238E27FC236}">
                <a16:creationId xmlns:a16="http://schemas.microsoft.com/office/drawing/2014/main" id="{DEE1B1AB-60A7-F598-C1A0-219089AB444A}"/>
              </a:ext>
            </a:extLst>
          </p:cNvPr>
          <p:cNvSpPr/>
          <p:nvPr/>
        </p:nvSpPr>
        <p:spPr>
          <a:xfrm>
            <a:off x="1051687" y="1663146"/>
            <a:ext cx="10154889" cy="4055166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616227 w 9797080"/>
              <a:gd name="connsiteY3" fmla="*/ 3806688 h 3816627"/>
              <a:gd name="connsiteX4" fmla="*/ 0 w 9797080"/>
              <a:gd name="connsiteY4" fmla="*/ 0 h 3816627"/>
              <a:gd name="connsiteX0" fmla="*/ 0 w 10154889"/>
              <a:gd name="connsiteY0" fmla="*/ 0 h 3816627"/>
              <a:gd name="connsiteX1" fmla="*/ 10154889 w 10154889"/>
              <a:gd name="connsiteY1" fmla="*/ 377687 h 3816627"/>
              <a:gd name="connsiteX2" fmla="*/ 9479028 w 10154889"/>
              <a:gd name="connsiteY2" fmla="*/ 3816627 h 3816627"/>
              <a:gd name="connsiteX3" fmla="*/ 616227 w 10154889"/>
              <a:gd name="connsiteY3" fmla="*/ 3806688 h 3816627"/>
              <a:gd name="connsiteX4" fmla="*/ 0 w 10154889"/>
              <a:gd name="connsiteY4" fmla="*/ 0 h 3816627"/>
              <a:gd name="connsiteX0" fmla="*/ 0 w 10154889"/>
              <a:gd name="connsiteY0" fmla="*/ 0 h 4055166"/>
              <a:gd name="connsiteX1" fmla="*/ 10154889 w 10154889"/>
              <a:gd name="connsiteY1" fmla="*/ 377687 h 4055166"/>
              <a:gd name="connsiteX2" fmla="*/ 9359758 w 10154889"/>
              <a:gd name="connsiteY2" fmla="*/ 4055166 h 4055166"/>
              <a:gd name="connsiteX3" fmla="*/ 616227 w 10154889"/>
              <a:gd name="connsiteY3" fmla="*/ 3806688 h 4055166"/>
              <a:gd name="connsiteX4" fmla="*/ 0 w 10154889"/>
              <a:gd name="connsiteY4" fmla="*/ 0 h 405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4889" h="4055166">
                <a:moveTo>
                  <a:pt x="0" y="0"/>
                </a:moveTo>
                <a:lnTo>
                  <a:pt x="10154889" y="377687"/>
                </a:lnTo>
                <a:lnTo>
                  <a:pt x="9359758" y="4055166"/>
                </a:lnTo>
                <a:lnTo>
                  <a:pt x="616227" y="3806688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003F88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EF32D9-BFA6-CABA-59EA-944D34658E56}"/>
              </a:ext>
            </a:extLst>
          </p:cNvPr>
          <p:cNvSpPr txBox="1"/>
          <p:nvPr/>
        </p:nvSpPr>
        <p:spPr>
          <a:xfrm>
            <a:off x="1568521" y="1827379"/>
            <a:ext cx="9359759" cy="37470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en-US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记录工作时间，并</a:t>
            </a:r>
            <a:r>
              <a:rPr lang="zh-CN" altLang="en-US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纵向对比</a:t>
            </a:r>
            <a:r>
              <a:rPr lang="zh-CN" altLang="en-US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，更清晰地了解个人专注时长变化</a:t>
            </a:r>
            <a:endParaRPr lang="en-US" altLang="zh-CN" sz="2000" kern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endParaRPr lang="en-US" altLang="zh-CN" sz="2000" kern="100" dirty="0">
              <a:solidFill>
                <a:srgbClr val="333333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原用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ROM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存储固定奖励</a:t>
            </a:r>
            <a:r>
              <a:rPr lang="en-US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 → </a:t>
            </a:r>
            <a:endParaRPr lang="en-US" altLang="zh-CN" sz="2000" kern="100" dirty="0">
              <a:solidFill>
                <a:srgbClr val="33333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Random</a:t>
            </a:r>
            <a:r>
              <a:rPr lang="zh-CN" altLang="en-US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</a:t>
            </a:r>
            <a:r>
              <a:rPr lang="zh-CN" altLang="en-US" sz="2000" b="1" kern="100" dirty="0">
                <a:solidFill>
                  <a:srgbClr val="3333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伪随机数生成器（</a:t>
            </a:r>
            <a:r>
              <a:rPr lang="en-US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LFSR</a:t>
            </a:r>
            <a:r>
              <a:rPr lang="zh-CN" altLang="zh-CN" sz="2000" b="1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zh-CN" altLang="zh-CN" sz="20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，动态生成奖励内容，增强趣味性</a:t>
            </a:r>
            <a:r>
              <a:rPr lang="zh-CN" altLang="zh-CN" sz="18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en-US" altLang="zh-CN" sz="1800" kern="10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en-US" altLang="zh-CN" sz="2800" dirty="0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6B0B2517-F769-D70F-572E-DE3F2F492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8785" y="827088"/>
            <a:ext cx="5014430" cy="601662"/>
          </a:xfrm>
        </p:spPr>
        <p:txBody>
          <a:bodyPr/>
          <a:lstStyle/>
          <a:p>
            <a:r>
              <a:rPr lang="zh-CN" altLang="en-US" dirty="0"/>
              <a:t>行为闭环</a:t>
            </a:r>
            <a:r>
              <a:rPr lang="en-US" altLang="zh-CN" dirty="0"/>
              <a:t>-</a:t>
            </a:r>
            <a:r>
              <a:rPr lang="zh-CN" altLang="en-US" dirty="0"/>
              <a:t>反馈与奖励机制</a:t>
            </a:r>
          </a:p>
        </p:txBody>
      </p:sp>
    </p:spTree>
    <p:extLst>
      <p:ext uri="{BB962C8B-B14F-4D97-AF65-F5344CB8AC3E}">
        <p14:creationId xmlns:p14="http://schemas.microsoft.com/office/powerpoint/2010/main" val="1919807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037C6-DE4D-A487-C50F-981C29BC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9D6CD65-679A-62E6-703A-0261D95BBD37}"/>
              </a:ext>
            </a:extLst>
          </p:cNvPr>
          <p:cNvSpPr/>
          <p:nvPr/>
        </p:nvSpPr>
        <p:spPr>
          <a:xfrm>
            <a:off x="1197460" y="1699589"/>
            <a:ext cx="9797080" cy="3816627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080" h="3816627">
                <a:moveTo>
                  <a:pt x="0" y="0"/>
                </a:moveTo>
                <a:lnTo>
                  <a:pt x="9797080" y="39756"/>
                </a:lnTo>
                <a:lnTo>
                  <a:pt x="9479028" y="3816627"/>
                </a:lnTo>
                <a:lnTo>
                  <a:pt x="347870" y="3806688"/>
                </a:lnTo>
                <a:lnTo>
                  <a:pt x="0" y="0"/>
                </a:lnTo>
                <a:close/>
              </a:path>
            </a:pathLst>
          </a:custGeom>
          <a:solidFill>
            <a:srgbClr val="003F8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466576-A3E9-6535-ACF2-A29083C0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7D5984B-9AB3-4730-1741-7367B8BC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03 </a:t>
            </a:r>
            <a:r>
              <a:rPr lang="zh-CN" altLang="en-US" dirty="0"/>
              <a:t>创新性分析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34B643-81CC-E729-DF65-03C8E268EEF5}"/>
              </a:ext>
            </a:extLst>
          </p:cNvPr>
          <p:cNvSpPr/>
          <p:nvPr/>
        </p:nvSpPr>
        <p:spPr>
          <a:xfrm>
            <a:off x="1568521" y="1428750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160">
                  <a:noFill/>
                  <a:prstDash val="solid"/>
                </a:ln>
                <a:solidFill>
                  <a:schemeClr val="tx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</a:p>
        </p:txBody>
      </p:sp>
      <p:sp>
        <p:nvSpPr>
          <p:cNvPr id="16" name="矩形 14">
            <a:extLst>
              <a:ext uri="{FF2B5EF4-FFF2-40B4-BE49-F238E27FC236}">
                <a16:creationId xmlns:a16="http://schemas.microsoft.com/office/drawing/2014/main" id="{DFB88463-A575-FF14-C46C-FFFE30AFF376}"/>
              </a:ext>
            </a:extLst>
          </p:cNvPr>
          <p:cNvSpPr/>
          <p:nvPr/>
        </p:nvSpPr>
        <p:spPr>
          <a:xfrm>
            <a:off x="1051687" y="1663146"/>
            <a:ext cx="10154889" cy="4055166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616227 w 9797080"/>
              <a:gd name="connsiteY3" fmla="*/ 3806688 h 3816627"/>
              <a:gd name="connsiteX4" fmla="*/ 0 w 9797080"/>
              <a:gd name="connsiteY4" fmla="*/ 0 h 3816627"/>
              <a:gd name="connsiteX0" fmla="*/ 0 w 10154889"/>
              <a:gd name="connsiteY0" fmla="*/ 0 h 3816627"/>
              <a:gd name="connsiteX1" fmla="*/ 10154889 w 10154889"/>
              <a:gd name="connsiteY1" fmla="*/ 377687 h 3816627"/>
              <a:gd name="connsiteX2" fmla="*/ 9479028 w 10154889"/>
              <a:gd name="connsiteY2" fmla="*/ 3816627 h 3816627"/>
              <a:gd name="connsiteX3" fmla="*/ 616227 w 10154889"/>
              <a:gd name="connsiteY3" fmla="*/ 3806688 h 3816627"/>
              <a:gd name="connsiteX4" fmla="*/ 0 w 10154889"/>
              <a:gd name="connsiteY4" fmla="*/ 0 h 3816627"/>
              <a:gd name="connsiteX0" fmla="*/ 0 w 10154889"/>
              <a:gd name="connsiteY0" fmla="*/ 0 h 4055166"/>
              <a:gd name="connsiteX1" fmla="*/ 10154889 w 10154889"/>
              <a:gd name="connsiteY1" fmla="*/ 377687 h 4055166"/>
              <a:gd name="connsiteX2" fmla="*/ 9359758 w 10154889"/>
              <a:gd name="connsiteY2" fmla="*/ 4055166 h 4055166"/>
              <a:gd name="connsiteX3" fmla="*/ 616227 w 10154889"/>
              <a:gd name="connsiteY3" fmla="*/ 3806688 h 4055166"/>
              <a:gd name="connsiteX4" fmla="*/ 0 w 10154889"/>
              <a:gd name="connsiteY4" fmla="*/ 0 h 405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4889" h="4055166">
                <a:moveTo>
                  <a:pt x="0" y="0"/>
                </a:moveTo>
                <a:lnTo>
                  <a:pt x="10154889" y="377687"/>
                </a:lnTo>
                <a:lnTo>
                  <a:pt x="9359758" y="4055166"/>
                </a:lnTo>
                <a:lnTo>
                  <a:pt x="616227" y="3806688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003F88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6D0E4FF5-4E72-4A87-64F3-CBE56A4BD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8785" y="827088"/>
            <a:ext cx="5014430" cy="601662"/>
          </a:xfrm>
        </p:spPr>
        <p:txBody>
          <a:bodyPr/>
          <a:lstStyle/>
          <a:p>
            <a:r>
              <a:rPr lang="zh-CN" altLang="en-US" dirty="0"/>
              <a:t>按钮复用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1D20AD-06FE-3980-94C4-7521AB997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156" y="1148485"/>
            <a:ext cx="7784358" cy="507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82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26D3-DC4D-9EC0-F159-DA039E99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592611B-266A-EFB8-8146-A8B60F15F72D}"/>
              </a:ext>
            </a:extLst>
          </p:cNvPr>
          <p:cNvSpPr/>
          <p:nvPr/>
        </p:nvSpPr>
        <p:spPr>
          <a:xfrm>
            <a:off x="1197460" y="1699589"/>
            <a:ext cx="9797080" cy="3816627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080" h="3816627">
                <a:moveTo>
                  <a:pt x="0" y="0"/>
                </a:moveTo>
                <a:lnTo>
                  <a:pt x="9797080" y="39756"/>
                </a:lnTo>
                <a:lnTo>
                  <a:pt x="9479028" y="3816627"/>
                </a:lnTo>
                <a:lnTo>
                  <a:pt x="347870" y="3806688"/>
                </a:lnTo>
                <a:lnTo>
                  <a:pt x="0" y="0"/>
                </a:lnTo>
                <a:close/>
              </a:path>
            </a:pathLst>
          </a:custGeom>
          <a:solidFill>
            <a:srgbClr val="003F8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A6578D4-E512-238C-06FC-94898DE4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B41244-0ABF-0A97-6453-C5D2462E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03 </a:t>
            </a:r>
            <a:r>
              <a:rPr lang="zh-CN" altLang="en-US" dirty="0"/>
              <a:t>创新性分析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430EC0-1D5B-7886-2C16-71F19E45C868}"/>
              </a:ext>
            </a:extLst>
          </p:cNvPr>
          <p:cNvSpPr/>
          <p:nvPr/>
        </p:nvSpPr>
        <p:spPr>
          <a:xfrm>
            <a:off x="1568521" y="1428750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160">
                  <a:noFill/>
                  <a:prstDash val="solid"/>
                </a:ln>
                <a:solidFill>
                  <a:schemeClr val="tx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</a:p>
        </p:txBody>
      </p:sp>
      <p:sp>
        <p:nvSpPr>
          <p:cNvPr id="16" name="矩形 14">
            <a:extLst>
              <a:ext uri="{FF2B5EF4-FFF2-40B4-BE49-F238E27FC236}">
                <a16:creationId xmlns:a16="http://schemas.microsoft.com/office/drawing/2014/main" id="{FE153E6A-902A-2ED3-0D9D-7E99E4CE8819}"/>
              </a:ext>
            </a:extLst>
          </p:cNvPr>
          <p:cNvSpPr/>
          <p:nvPr/>
        </p:nvSpPr>
        <p:spPr>
          <a:xfrm>
            <a:off x="1051687" y="1663146"/>
            <a:ext cx="10154889" cy="4055166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616227 w 9797080"/>
              <a:gd name="connsiteY3" fmla="*/ 3806688 h 3816627"/>
              <a:gd name="connsiteX4" fmla="*/ 0 w 9797080"/>
              <a:gd name="connsiteY4" fmla="*/ 0 h 3816627"/>
              <a:gd name="connsiteX0" fmla="*/ 0 w 10154889"/>
              <a:gd name="connsiteY0" fmla="*/ 0 h 3816627"/>
              <a:gd name="connsiteX1" fmla="*/ 10154889 w 10154889"/>
              <a:gd name="connsiteY1" fmla="*/ 377687 h 3816627"/>
              <a:gd name="connsiteX2" fmla="*/ 9479028 w 10154889"/>
              <a:gd name="connsiteY2" fmla="*/ 3816627 h 3816627"/>
              <a:gd name="connsiteX3" fmla="*/ 616227 w 10154889"/>
              <a:gd name="connsiteY3" fmla="*/ 3806688 h 3816627"/>
              <a:gd name="connsiteX4" fmla="*/ 0 w 10154889"/>
              <a:gd name="connsiteY4" fmla="*/ 0 h 3816627"/>
              <a:gd name="connsiteX0" fmla="*/ 0 w 10154889"/>
              <a:gd name="connsiteY0" fmla="*/ 0 h 4055166"/>
              <a:gd name="connsiteX1" fmla="*/ 10154889 w 10154889"/>
              <a:gd name="connsiteY1" fmla="*/ 377687 h 4055166"/>
              <a:gd name="connsiteX2" fmla="*/ 9359758 w 10154889"/>
              <a:gd name="connsiteY2" fmla="*/ 4055166 h 4055166"/>
              <a:gd name="connsiteX3" fmla="*/ 616227 w 10154889"/>
              <a:gd name="connsiteY3" fmla="*/ 3806688 h 4055166"/>
              <a:gd name="connsiteX4" fmla="*/ 0 w 10154889"/>
              <a:gd name="connsiteY4" fmla="*/ 0 h 405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4889" h="4055166">
                <a:moveTo>
                  <a:pt x="0" y="0"/>
                </a:moveTo>
                <a:lnTo>
                  <a:pt x="10154889" y="377687"/>
                </a:lnTo>
                <a:lnTo>
                  <a:pt x="9359758" y="4055166"/>
                </a:lnTo>
                <a:lnTo>
                  <a:pt x="616227" y="3806688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003F88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FC819B07-ED6F-E578-FABC-50840118D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8785" y="827088"/>
            <a:ext cx="5014430" cy="601662"/>
          </a:xfrm>
        </p:spPr>
        <p:txBody>
          <a:bodyPr/>
          <a:lstStyle/>
          <a:p>
            <a:r>
              <a:rPr lang="zh-CN" altLang="en-US" dirty="0"/>
              <a:t>按钮复用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FF80818-31BC-41F7-70D6-3ADF5498C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9" y="192041"/>
            <a:ext cx="2849501" cy="18567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62F741F-A100-32AC-88B6-8F2456AB6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650" y="1469521"/>
            <a:ext cx="7714316" cy="43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38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91AB-846A-DA84-0B17-93240508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2819255-FCB5-991A-EF70-76B22A2F561E}"/>
              </a:ext>
            </a:extLst>
          </p:cNvPr>
          <p:cNvSpPr/>
          <p:nvPr/>
        </p:nvSpPr>
        <p:spPr>
          <a:xfrm>
            <a:off x="1197460" y="1699589"/>
            <a:ext cx="9797080" cy="3816627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7080" h="3816627">
                <a:moveTo>
                  <a:pt x="0" y="0"/>
                </a:moveTo>
                <a:lnTo>
                  <a:pt x="9797080" y="39756"/>
                </a:lnTo>
                <a:lnTo>
                  <a:pt x="9479028" y="3816627"/>
                </a:lnTo>
                <a:lnTo>
                  <a:pt x="347870" y="3806688"/>
                </a:lnTo>
                <a:lnTo>
                  <a:pt x="0" y="0"/>
                </a:lnTo>
                <a:close/>
              </a:path>
            </a:pathLst>
          </a:custGeom>
          <a:solidFill>
            <a:srgbClr val="003F88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81AC4B-9B2E-8D48-83F0-0781ABB1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9E79E27-1669-C01E-40BA-E4AB6A7C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03 </a:t>
            </a:r>
            <a:r>
              <a:rPr lang="zh-CN" altLang="en-US" dirty="0"/>
              <a:t>创新性分析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A21BF3-3C7C-A386-EA7E-B9C22D985891}"/>
              </a:ext>
            </a:extLst>
          </p:cNvPr>
          <p:cNvSpPr/>
          <p:nvPr/>
        </p:nvSpPr>
        <p:spPr>
          <a:xfrm>
            <a:off x="1568521" y="1428750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0160">
                  <a:noFill/>
                  <a:prstDash val="solid"/>
                </a:ln>
                <a:solidFill>
                  <a:schemeClr val="tx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“</a:t>
            </a:r>
          </a:p>
        </p:txBody>
      </p:sp>
      <p:sp>
        <p:nvSpPr>
          <p:cNvPr id="16" name="矩形 14">
            <a:extLst>
              <a:ext uri="{FF2B5EF4-FFF2-40B4-BE49-F238E27FC236}">
                <a16:creationId xmlns:a16="http://schemas.microsoft.com/office/drawing/2014/main" id="{EEBDC844-38D7-85EE-5AAA-2EDEF93E9C92}"/>
              </a:ext>
            </a:extLst>
          </p:cNvPr>
          <p:cNvSpPr/>
          <p:nvPr/>
        </p:nvSpPr>
        <p:spPr>
          <a:xfrm>
            <a:off x="1051687" y="1663146"/>
            <a:ext cx="10154889" cy="4055166"/>
          </a:xfrm>
          <a:custGeom>
            <a:avLst/>
            <a:gdLst>
              <a:gd name="connsiteX0" fmla="*/ 0 w 9359758"/>
              <a:gd name="connsiteY0" fmla="*/ 0 h 3747053"/>
              <a:gd name="connsiteX1" fmla="*/ 9359758 w 9359758"/>
              <a:gd name="connsiteY1" fmla="*/ 0 h 3747053"/>
              <a:gd name="connsiteX2" fmla="*/ 9359758 w 9359758"/>
              <a:gd name="connsiteY2" fmla="*/ 3747053 h 3747053"/>
              <a:gd name="connsiteX3" fmla="*/ 0 w 9359758"/>
              <a:gd name="connsiteY3" fmla="*/ 3747053 h 3747053"/>
              <a:gd name="connsiteX4" fmla="*/ 0 w 9359758"/>
              <a:gd name="connsiteY4" fmla="*/ 0 h 3747053"/>
              <a:gd name="connsiteX0" fmla="*/ 0 w 9588358"/>
              <a:gd name="connsiteY0" fmla="*/ 0 h 3806688"/>
              <a:gd name="connsiteX1" fmla="*/ 9588358 w 9588358"/>
              <a:gd name="connsiteY1" fmla="*/ 59635 h 3806688"/>
              <a:gd name="connsiteX2" fmla="*/ 9588358 w 9588358"/>
              <a:gd name="connsiteY2" fmla="*/ 3806688 h 3806688"/>
              <a:gd name="connsiteX3" fmla="*/ 228600 w 9588358"/>
              <a:gd name="connsiteY3" fmla="*/ 3806688 h 3806688"/>
              <a:gd name="connsiteX4" fmla="*/ 0 w 9588358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22860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06688"/>
              <a:gd name="connsiteX1" fmla="*/ 9797080 w 9797080"/>
              <a:gd name="connsiteY1" fmla="*/ 39756 h 3806688"/>
              <a:gd name="connsiteX2" fmla="*/ 9588358 w 9797080"/>
              <a:gd name="connsiteY2" fmla="*/ 3806688 h 3806688"/>
              <a:gd name="connsiteX3" fmla="*/ 347870 w 9797080"/>
              <a:gd name="connsiteY3" fmla="*/ 3806688 h 3806688"/>
              <a:gd name="connsiteX4" fmla="*/ 0 w 9797080"/>
              <a:gd name="connsiteY4" fmla="*/ 0 h 3806688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347870 w 9797080"/>
              <a:gd name="connsiteY3" fmla="*/ 3806688 h 3816627"/>
              <a:gd name="connsiteX4" fmla="*/ 0 w 9797080"/>
              <a:gd name="connsiteY4" fmla="*/ 0 h 3816627"/>
              <a:gd name="connsiteX0" fmla="*/ 0 w 9797080"/>
              <a:gd name="connsiteY0" fmla="*/ 0 h 3816627"/>
              <a:gd name="connsiteX1" fmla="*/ 9797080 w 9797080"/>
              <a:gd name="connsiteY1" fmla="*/ 39756 h 3816627"/>
              <a:gd name="connsiteX2" fmla="*/ 9479028 w 9797080"/>
              <a:gd name="connsiteY2" fmla="*/ 3816627 h 3816627"/>
              <a:gd name="connsiteX3" fmla="*/ 616227 w 9797080"/>
              <a:gd name="connsiteY3" fmla="*/ 3806688 h 3816627"/>
              <a:gd name="connsiteX4" fmla="*/ 0 w 9797080"/>
              <a:gd name="connsiteY4" fmla="*/ 0 h 3816627"/>
              <a:gd name="connsiteX0" fmla="*/ 0 w 10154889"/>
              <a:gd name="connsiteY0" fmla="*/ 0 h 3816627"/>
              <a:gd name="connsiteX1" fmla="*/ 10154889 w 10154889"/>
              <a:gd name="connsiteY1" fmla="*/ 377687 h 3816627"/>
              <a:gd name="connsiteX2" fmla="*/ 9479028 w 10154889"/>
              <a:gd name="connsiteY2" fmla="*/ 3816627 h 3816627"/>
              <a:gd name="connsiteX3" fmla="*/ 616227 w 10154889"/>
              <a:gd name="connsiteY3" fmla="*/ 3806688 h 3816627"/>
              <a:gd name="connsiteX4" fmla="*/ 0 w 10154889"/>
              <a:gd name="connsiteY4" fmla="*/ 0 h 3816627"/>
              <a:gd name="connsiteX0" fmla="*/ 0 w 10154889"/>
              <a:gd name="connsiteY0" fmla="*/ 0 h 4055166"/>
              <a:gd name="connsiteX1" fmla="*/ 10154889 w 10154889"/>
              <a:gd name="connsiteY1" fmla="*/ 377687 h 4055166"/>
              <a:gd name="connsiteX2" fmla="*/ 9359758 w 10154889"/>
              <a:gd name="connsiteY2" fmla="*/ 4055166 h 4055166"/>
              <a:gd name="connsiteX3" fmla="*/ 616227 w 10154889"/>
              <a:gd name="connsiteY3" fmla="*/ 3806688 h 4055166"/>
              <a:gd name="connsiteX4" fmla="*/ 0 w 10154889"/>
              <a:gd name="connsiteY4" fmla="*/ 0 h 405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54889" h="4055166">
                <a:moveTo>
                  <a:pt x="0" y="0"/>
                </a:moveTo>
                <a:lnTo>
                  <a:pt x="10154889" y="377687"/>
                </a:lnTo>
                <a:lnTo>
                  <a:pt x="9359758" y="4055166"/>
                </a:lnTo>
                <a:lnTo>
                  <a:pt x="616227" y="3806688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003F88">
                <a:alpha val="1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27848131-F947-166E-68F3-C0ACF7754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8785" y="827088"/>
            <a:ext cx="5014430" cy="601662"/>
          </a:xfrm>
        </p:spPr>
        <p:txBody>
          <a:bodyPr/>
          <a:lstStyle/>
          <a:p>
            <a:r>
              <a:rPr lang="zh-CN" altLang="en-US" dirty="0"/>
              <a:t>按钮复用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6A6661-FB5D-E422-98C5-62C036E64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99" y="192041"/>
            <a:ext cx="2849501" cy="18567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86E525-FAC8-4786-04DE-1A4D27F57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003" y="1289327"/>
            <a:ext cx="5516749" cy="518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35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D68E5461-33C8-4ECD-B0EA-78223C314149}"/>
              </a:ext>
            </a:extLst>
          </p:cNvPr>
          <p:cNvSpPr txBox="1">
            <a:spLocks/>
          </p:cNvSpPr>
          <p:nvPr/>
        </p:nvSpPr>
        <p:spPr>
          <a:xfrm>
            <a:off x="311779" y="6517525"/>
            <a:ext cx="2743200" cy="34047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0"/>
              </a:spcAft>
            </a:pPr>
            <a:fld id="{87A43631-42BC-4255-9B30-786C9543311F}" type="datetimeFigureOut">
              <a:rPr lang="zh-CN" altLang="en-US" smtClean="0"/>
              <a:pPr>
                <a:lnSpc>
                  <a:spcPct val="120000"/>
                </a:lnSpc>
                <a:spcAft>
                  <a:spcPts val="100"/>
                </a:spcAft>
              </a:pPr>
              <a:t>2026/7/3</a:t>
            </a:fld>
            <a:endParaRPr lang="zh-CN" altLang="en-US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6EA75E7D-BC97-4B1B-B614-6CEC5627A44A}"/>
              </a:ext>
            </a:extLst>
          </p:cNvPr>
          <p:cNvSpPr txBox="1">
            <a:spLocks/>
          </p:cNvSpPr>
          <p:nvPr/>
        </p:nvSpPr>
        <p:spPr>
          <a:xfrm>
            <a:off x="9137021" y="6516239"/>
            <a:ext cx="2743200" cy="3417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00"/>
              </a:spcAft>
            </a:pPr>
            <a:fld id="{1AAC388E-FA9E-4A2C-95EA-1F6B3A07935A}" type="slidenum">
              <a:rPr lang="zh-CN" altLang="en-US" smtClean="0"/>
              <a:pPr>
                <a:lnSpc>
                  <a:spcPct val="120000"/>
                </a:lnSpc>
                <a:spcAft>
                  <a:spcPts val="100"/>
                </a:spcAft>
              </a:pPr>
              <a:t>17</a:t>
            </a:fld>
            <a:endParaRPr lang="zh-CN" altLang="en-US"/>
          </a:p>
        </p:txBody>
      </p:sp>
      <p:pic>
        <p:nvPicPr>
          <p:cNvPr id="4" name="图片占位符 16" descr="图片包含 建筑物, 蛋糕&#10;&#10;描述已自动生成">
            <a:extLst>
              <a:ext uri="{FF2B5EF4-FFF2-40B4-BE49-F238E27FC236}">
                <a16:creationId xmlns:a16="http://schemas.microsoft.com/office/drawing/2014/main" id="{FB82ED54-5D9B-4BE2-B820-EC20C87D730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926" b="39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9559A8C-B727-4F4A-8F37-516EADD8DB9C}"/>
              </a:ext>
            </a:extLst>
          </p:cNvPr>
          <p:cNvSpPr/>
          <p:nvPr/>
        </p:nvSpPr>
        <p:spPr>
          <a:xfrm>
            <a:off x="0" y="2820188"/>
            <a:ext cx="12192000" cy="4037813"/>
          </a:xfrm>
          <a:custGeom>
            <a:avLst/>
            <a:gdLst>
              <a:gd name="connsiteX0" fmla="*/ 0 w 12192000"/>
              <a:gd name="connsiteY0" fmla="*/ 0 h 4037813"/>
              <a:gd name="connsiteX1" fmla="*/ 106773 w 12192000"/>
              <a:gd name="connsiteY1" fmla="*/ 36445 h 4037813"/>
              <a:gd name="connsiteX2" fmla="*/ 6096001 w 12192000"/>
              <a:gd name="connsiteY2" fmla="*/ 883678 h 4037813"/>
              <a:gd name="connsiteX3" fmla="*/ 12085229 w 12192000"/>
              <a:gd name="connsiteY3" fmla="*/ 36445 h 4037813"/>
              <a:gd name="connsiteX4" fmla="*/ 12192000 w 12192000"/>
              <a:gd name="connsiteY4" fmla="*/ 1 h 4037813"/>
              <a:gd name="connsiteX5" fmla="*/ 12192000 w 12192000"/>
              <a:gd name="connsiteY5" fmla="*/ 4037813 h 4037813"/>
              <a:gd name="connsiteX6" fmla="*/ 0 w 12192000"/>
              <a:gd name="connsiteY6" fmla="*/ 4037813 h 40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037813">
                <a:moveTo>
                  <a:pt x="0" y="0"/>
                </a:moveTo>
                <a:lnTo>
                  <a:pt x="106773" y="36445"/>
                </a:lnTo>
                <a:cubicBezTo>
                  <a:pt x="1734353" y="565729"/>
                  <a:pt x="3820949" y="883678"/>
                  <a:pt x="6096001" y="883678"/>
                </a:cubicBezTo>
                <a:cubicBezTo>
                  <a:pt x="8371054" y="883678"/>
                  <a:pt x="10457649" y="565729"/>
                  <a:pt x="12085229" y="36445"/>
                </a:cubicBezTo>
                <a:lnTo>
                  <a:pt x="12192000" y="1"/>
                </a:lnTo>
                <a:lnTo>
                  <a:pt x="12192000" y="4037813"/>
                </a:lnTo>
                <a:lnTo>
                  <a:pt x="0" y="4037813"/>
                </a:lnTo>
                <a:close/>
              </a:path>
            </a:pathLst>
          </a:custGeom>
          <a:solidFill>
            <a:srgbClr val="044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75" name="标题 86">
            <a:extLst>
              <a:ext uri="{FF2B5EF4-FFF2-40B4-BE49-F238E27FC236}">
                <a16:creationId xmlns:a16="http://schemas.microsoft.com/office/drawing/2014/main" id="{5EB85CF2-AA21-4BD0-A643-6F92E41264B6}"/>
              </a:ext>
            </a:extLst>
          </p:cNvPr>
          <p:cNvSpPr txBox="1">
            <a:spLocks/>
          </p:cNvSpPr>
          <p:nvPr/>
        </p:nvSpPr>
        <p:spPr>
          <a:xfrm>
            <a:off x="2337220" y="4743697"/>
            <a:ext cx="7517561" cy="110817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lang="zh-CN" altLang="en-US" sz="4800" dirty="0">
                <a:latin typeface="方正粗雅宋简体" panose="02000000000000000000" pitchFamily="2" charset="-122"/>
                <a:ea typeface="方正粗雅宋简体" panose="02000000000000000000" pitchFamily="2" charset="-122"/>
              </a:rPr>
              <a:t>感谢聆听</a:t>
            </a:r>
          </a:p>
        </p:txBody>
      </p:sp>
      <p:grpSp>
        <p:nvGrpSpPr>
          <p:cNvPr id="76" name="Group 74">
            <a:extLst>
              <a:ext uri="{FF2B5EF4-FFF2-40B4-BE49-F238E27FC236}">
                <a16:creationId xmlns:a16="http://schemas.microsoft.com/office/drawing/2014/main" id="{806E9086-0A2B-466D-9839-DB17018E62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59308" y="4066426"/>
            <a:ext cx="1873384" cy="521122"/>
            <a:chOff x="954" y="660"/>
            <a:chExt cx="1269" cy="353"/>
          </a:xfrm>
          <a:solidFill>
            <a:schemeClr val="bg1"/>
          </a:solidFill>
        </p:grpSpPr>
        <p:sp>
          <p:nvSpPr>
            <p:cNvPr id="77" name="Freeform 75">
              <a:extLst>
                <a:ext uri="{FF2B5EF4-FFF2-40B4-BE49-F238E27FC236}">
                  <a16:creationId xmlns:a16="http://schemas.microsoft.com/office/drawing/2014/main" id="{37CE5326-F493-4E8C-BDF8-7FAD10D84C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" y="833"/>
              <a:ext cx="45" cy="46"/>
            </a:xfrm>
            <a:custGeom>
              <a:avLst/>
              <a:gdLst>
                <a:gd name="T0" fmla="*/ 10 w 36"/>
                <a:gd name="T1" fmla="*/ 35 h 37"/>
                <a:gd name="T2" fmla="*/ 6 w 36"/>
                <a:gd name="T3" fmla="*/ 25 h 37"/>
                <a:gd name="T4" fmla="*/ 0 w 36"/>
                <a:gd name="T5" fmla="*/ 11 h 37"/>
                <a:gd name="T6" fmla="*/ 23 w 36"/>
                <a:gd name="T7" fmla="*/ 4 h 37"/>
                <a:gd name="T8" fmla="*/ 28 w 36"/>
                <a:gd name="T9" fmla="*/ 9 h 37"/>
                <a:gd name="T10" fmla="*/ 30 w 36"/>
                <a:gd name="T11" fmla="*/ 29 h 37"/>
                <a:gd name="T12" fmla="*/ 10 w 36"/>
                <a:gd name="T13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7">
                  <a:moveTo>
                    <a:pt x="10" y="35"/>
                  </a:moveTo>
                  <a:cubicBezTo>
                    <a:pt x="3" y="34"/>
                    <a:pt x="7" y="31"/>
                    <a:pt x="6" y="25"/>
                  </a:cubicBezTo>
                  <a:cubicBezTo>
                    <a:pt x="5" y="20"/>
                    <a:pt x="0" y="14"/>
                    <a:pt x="0" y="11"/>
                  </a:cubicBezTo>
                  <a:cubicBezTo>
                    <a:pt x="1" y="0"/>
                    <a:pt x="15" y="0"/>
                    <a:pt x="23" y="4"/>
                  </a:cubicBezTo>
                  <a:cubicBezTo>
                    <a:pt x="25" y="4"/>
                    <a:pt x="26" y="7"/>
                    <a:pt x="28" y="9"/>
                  </a:cubicBezTo>
                  <a:cubicBezTo>
                    <a:pt x="32" y="14"/>
                    <a:pt x="36" y="23"/>
                    <a:pt x="30" y="29"/>
                  </a:cubicBezTo>
                  <a:cubicBezTo>
                    <a:pt x="25" y="34"/>
                    <a:pt x="17" y="37"/>
                    <a:pt x="10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8" name="Freeform 76">
              <a:extLst>
                <a:ext uri="{FF2B5EF4-FFF2-40B4-BE49-F238E27FC236}">
                  <a16:creationId xmlns:a16="http://schemas.microsoft.com/office/drawing/2014/main" id="{ED4BA523-69BC-4844-8879-90BD88E7F0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7" y="698"/>
              <a:ext cx="160" cy="165"/>
            </a:xfrm>
            <a:custGeom>
              <a:avLst/>
              <a:gdLst>
                <a:gd name="T0" fmla="*/ 33 w 129"/>
                <a:gd name="T1" fmla="*/ 133 h 133"/>
                <a:gd name="T2" fmla="*/ 32 w 129"/>
                <a:gd name="T3" fmla="*/ 133 h 133"/>
                <a:gd name="T4" fmla="*/ 33 w 129"/>
                <a:gd name="T5" fmla="*/ 130 h 133"/>
                <a:gd name="T6" fmla="*/ 55 w 129"/>
                <a:gd name="T7" fmla="*/ 116 h 133"/>
                <a:gd name="T8" fmla="*/ 67 w 129"/>
                <a:gd name="T9" fmla="*/ 99 h 133"/>
                <a:gd name="T10" fmla="*/ 25 w 129"/>
                <a:gd name="T11" fmla="*/ 115 h 133"/>
                <a:gd name="T12" fmla="*/ 8 w 129"/>
                <a:gd name="T13" fmla="*/ 108 h 133"/>
                <a:gd name="T14" fmla="*/ 8 w 129"/>
                <a:gd name="T15" fmla="*/ 107 h 133"/>
                <a:gd name="T16" fmla="*/ 8 w 129"/>
                <a:gd name="T17" fmla="*/ 92 h 133"/>
                <a:gd name="T18" fmla="*/ 60 w 129"/>
                <a:gd name="T19" fmla="*/ 80 h 133"/>
                <a:gd name="T20" fmla="*/ 75 w 129"/>
                <a:gd name="T21" fmla="*/ 72 h 133"/>
                <a:gd name="T22" fmla="*/ 77 w 129"/>
                <a:gd name="T23" fmla="*/ 14 h 133"/>
                <a:gd name="T24" fmla="*/ 99 w 129"/>
                <a:gd name="T25" fmla="*/ 16 h 133"/>
                <a:gd name="T26" fmla="*/ 103 w 129"/>
                <a:gd name="T27" fmla="*/ 21 h 133"/>
                <a:gd name="T28" fmla="*/ 104 w 129"/>
                <a:gd name="T29" fmla="*/ 21 h 133"/>
                <a:gd name="T30" fmla="*/ 103 w 129"/>
                <a:gd name="T31" fmla="*/ 35 h 133"/>
                <a:gd name="T32" fmla="*/ 98 w 129"/>
                <a:gd name="T33" fmla="*/ 65 h 133"/>
                <a:gd name="T34" fmla="*/ 126 w 129"/>
                <a:gd name="T35" fmla="*/ 54 h 133"/>
                <a:gd name="T36" fmla="*/ 123 w 129"/>
                <a:gd name="T37" fmla="*/ 69 h 133"/>
                <a:gd name="T38" fmla="*/ 95 w 129"/>
                <a:gd name="T39" fmla="*/ 81 h 133"/>
                <a:gd name="T40" fmla="*/ 82 w 129"/>
                <a:gd name="T41" fmla="*/ 111 h 133"/>
                <a:gd name="T42" fmla="*/ 75 w 129"/>
                <a:gd name="T43" fmla="*/ 118 h 133"/>
                <a:gd name="T44" fmla="*/ 56 w 129"/>
                <a:gd name="T45" fmla="*/ 128 h 133"/>
                <a:gd name="T46" fmla="*/ 33 w 129"/>
                <a:gd name="T4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9" h="133">
                  <a:moveTo>
                    <a:pt x="33" y="133"/>
                  </a:moveTo>
                  <a:cubicBezTo>
                    <a:pt x="33" y="133"/>
                    <a:pt x="33" y="133"/>
                    <a:pt x="32" y="133"/>
                  </a:cubicBezTo>
                  <a:cubicBezTo>
                    <a:pt x="32" y="132"/>
                    <a:pt x="32" y="131"/>
                    <a:pt x="33" y="130"/>
                  </a:cubicBezTo>
                  <a:cubicBezTo>
                    <a:pt x="35" y="130"/>
                    <a:pt x="55" y="117"/>
                    <a:pt x="55" y="116"/>
                  </a:cubicBezTo>
                  <a:cubicBezTo>
                    <a:pt x="60" y="111"/>
                    <a:pt x="66" y="106"/>
                    <a:pt x="67" y="99"/>
                  </a:cubicBezTo>
                  <a:cubicBezTo>
                    <a:pt x="53" y="104"/>
                    <a:pt x="40" y="114"/>
                    <a:pt x="25" y="115"/>
                  </a:cubicBezTo>
                  <a:cubicBezTo>
                    <a:pt x="18" y="113"/>
                    <a:pt x="13" y="110"/>
                    <a:pt x="8" y="108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1" y="102"/>
                    <a:pt x="0" y="95"/>
                    <a:pt x="8" y="92"/>
                  </a:cubicBezTo>
                  <a:cubicBezTo>
                    <a:pt x="23" y="96"/>
                    <a:pt x="46" y="85"/>
                    <a:pt x="60" y="80"/>
                  </a:cubicBezTo>
                  <a:cubicBezTo>
                    <a:pt x="63" y="78"/>
                    <a:pt x="72" y="75"/>
                    <a:pt x="75" y="72"/>
                  </a:cubicBezTo>
                  <a:cubicBezTo>
                    <a:pt x="78" y="52"/>
                    <a:pt x="76" y="33"/>
                    <a:pt x="77" y="14"/>
                  </a:cubicBezTo>
                  <a:cubicBezTo>
                    <a:pt x="82" y="0"/>
                    <a:pt x="90" y="10"/>
                    <a:pt x="99" y="16"/>
                  </a:cubicBezTo>
                  <a:cubicBezTo>
                    <a:pt x="99" y="18"/>
                    <a:pt x="101" y="19"/>
                    <a:pt x="103" y="21"/>
                  </a:cubicBezTo>
                  <a:cubicBezTo>
                    <a:pt x="103" y="21"/>
                    <a:pt x="103" y="21"/>
                    <a:pt x="104" y="21"/>
                  </a:cubicBezTo>
                  <a:cubicBezTo>
                    <a:pt x="107" y="27"/>
                    <a:pt x="108" y="30"/>
                    <a:pt x="103" y="35"/>
                  </a:cubicBezTo>
                  <a:cubicBezTo>
                    <a:pt x="99" y="44"/>
                    <a:pt x="97" y="54"/>
                    <a:pt x="98" y="65"/>
                  </a:cubicBezTo>
                  <a:cubicBezTo>
                    <a:pt x="108" y="63"/>
                    <a:pt x="114" y="55"/>
                    <a:pt x="126" y="54"/>
                  </a:cubicBezTo>
                  <a:cubicBezTo>
                    <a:pt x="129" y="60"/>
                    <a:pt x="128" y="65"/>
                    <a:pt x="123" y="69"/>
                  </a:cubicBezTo>
                  <a:cubicBezTo>
                    <a:pt x="114" y="73"/>
                    <a:pt x="105" y="77"/>
                    <a:pt x="95" y="81"/>
                  </a:cubicBezTo>
                  <a:cubicBezTo>
                    <a:pt x="93" y="91"/>
                    <a:pt x="89" y="103"/>
                    <a:pt x="82" y="111"/>
                  </a:cubicBezTo>
                  <a:cubicBezTo>
                    <a:pt x="81" y="113"/>
                    <a:pt x="76" y="117"/>
                    <a:pt x="75" y="118"/>
                  </a:cubicBezTo>
                  <a:cubicBezTo>
                    <a:pt x="69" y="122"/>
                    <a:pt x="63" y="126"/>
                    <a:pt x="56" y="128"/>
                  </a:cubicBezTo>
                  <a:cubicBezTo>
                    <a:pt x="37" y="133"/>
                    <a:pt x="37" y="133"/>
                    <a:pt x="33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9" name="Freeform 77">
              <a:extLst>
                <a:ext uri="{FF2B5EF4-FFF2-40B4-BE49-F238E27FC236}">
                  <a16:creationId xmlns:a16="http://schemas.microsoft.com/office/drawing/2014/main" id="{D7316549-5B7A-42CD-A2F5-1A7CAB944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0" y="796"/>
              <a:ext cx="94" cy="110"/>
            </a:xfrm>
            <a:custGeom>
              <a:avLst/>
              <a:gdLst>
                <a:gd name="T0" fmla="*/ 17 w 76"/>
                <a:gd name="T1" fmla="*/ 88 h 88"/>
                <a:gd name="T2" fmla="*/ 0 w 76"/>
                <a:gd name="T3" fmla="*/ 70 h 88"/>
                <a:gd name="T4" fmla="*/ 2 w 76"/>
                <a:gd name="T5" fmla="*/ 65 h 88"/>
                <a:gd name="T6" fmla="*/ 50 w 76"/>
                <a:gd name="T7" fmla="*/ 26 h 88"/>
                <a:gd name="T8" fmla="*/ 65 w 76"/>
                <a:gd name="T9" fmla="*/ 5 h 88"/>
                <a:gd name="T10" fmla="*/ 66 w 76"/>
                <a:gd name="T11" fmla="*/ 4 h 88"/>
                <a:gd name="T12" fmla="*/ 66 w 76"/>
                <a:gd name="T13" fmla="*/ 4 h 88"/>
                <a:gd name="T14" fmla="*/ 76 w 76"/>
                <a:gd name="T15" fmla="*/ 5 h 88"/>
                <a:gd name="T16" fmla="*/ 65 w 76"/>
                <a:gd name="T17" fmla="*/ 19 h 88"/>
                <a:gd name="T18" fmla="*/ 54 w 76"/>
                <a:gd name="T19" fmla="*/ 43 h 88"/>
                <a:gd name="T20" fmla="*/ 48 w 76"/>
                <a:gd name="T21" fmla="*/ 54 h 88"/>
                <a:gd name="T22" fmla="*/ 35 w 76"/>
                <a:gd name="T23" fmla="*/ 72 h 88"/>
                <a:gd name="T24" fmla="*/ 21 w 76"/>
                <a:gd name="T25" fmla="*/ 87 h 88"/>
                <a:gd name="T26" fmla="*/ 17 w 76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88">
                  <a:moveTo>
                    <a:pt x="17" y="88"/>
                  </a:moveTo>
                  <a:cubicBezTo>
                    <a:pt x="10" y="84"/>
                    <a:pt x="3" y="76"/>
                    <a:pt x="0" y="70"/>
                  </a:cubicBezTo>
                  <a:cubicBezTo>
                    <a:pt x="0" y="69"/>
                    <a:pt x="1" y="67"/>
                    <a:pt x="2" y="65"/>
                  </a:cubicBezTo>
                  <a:cubicBezTo>
                    <a:pt x="18" y="52"/>
                    <a:pt x="35" y="41"/>
                    <a:pt x="50" y="26"/>
                  </a:cubicBezTo>
                  <a:cubicBezTo>
                    <a:pt x="54" y="19"/>
                    <a:pt x="60" y="12"/>
                    <a:pt x="65" y="5"/>
                  </a:cubicBezTo>
                  <a:cubicBezTo>
                    <a:pt x="65" y="5"/>
                    <a:pt x="66" y="5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0" y="0"/>
                    <a:pt x="72" y="0"/>
                    <a:pt x="76" y="5"/>
                  </a:cubicBezTo>
                  <a:cubicBezTo>
                    <a:pt x="76" y="10"/>
                    <a:pt x="68" y="14"/>
                    <a:pt x="65" y="19"/>
                  </a:cubicBezTo>
                  <a:cubicBezTo>
                    <a:pt x="62" y="27"/>
                    <a:pt x="58" y="35"/>
                    <a:pt x="54" y="43"/>
                  </a:cubicBezTo>
                  <a:cubicBezTo>
                    <a:pt x="53" y="45"/>
                    <a:pt x="53" y="45"/>
                    <a:pt x="48" y="54"/>
                  </a:cubicBezTo>
                  <a:cubicBezTo>
                    <a:pt x="43" y="57"/>
                    <a:pt x="37" y="66"/>
                    <a:pt x="35" y="72"/>
                  </a:cubicBezTo>
                  <a:cubicBezTo>
                    <a:pt x="29" y="75"/>
                    <a:pt x="27" y="84"/>
                    <a:pt x="21" y="87"/>
                  </a:cubicBezTo>
                  <a:cubicBezTo>
                    <a:pt x="19" y="87"/>
                    <a:pt x="18" y="87"/>
                    <a:pt x="17" y="8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0" name="Freeform 78">
              <a:extLst>
                <a:ext uri="{FF2B5EF4-FFF2-40B4-BE49-F238E27FC236}">
                  <a16:creationId xmlns:a16="http://schemas.microsoft.com/office/drawing/2014/main" id="{D31D834B-6C6E-48D6-9D85-A0D19A33D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9" y="791"/>
              <a:ext cx="53" cy="41"/>
            </a:xfrm>
            <a:custGeom>
              <a:avLst/>
              <a:gdLst>
                <a:gd name="T0" fmla="*/ 19 w 43"/>
                <a:gd name="T1" fmla="*/ 33 h 33"/>
                <a:gd name="T2" fmla="*/ 0 w 43"/>
                <a:gd name="T3" fmla="*/ 20 h 33"/>
                <a:gd name="T4" fmla="*/ 2 w 43"/>
                <a:gd name="T5" fmla="*/ 14 h 33"/>
                <a:gd name="T6" fmla="*/ 6 w 43"/>
                <a:gd name="T7" fmla="*/ 13 h 33"/>
                <a:gd name="T8" fmla="*/ 17 w 43"/>
                <a:gd name="T9" fmla="*/ 12 h 33"/>
                <a:gd name="T10" fmla="*/ 43 w 43"/>
                <a:gd name="T11" fmla="*/ 5 h 33"/>
                <a:gd name="T12" fmla="*/ 19 w 43"/>
                <a:gd name="T1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33">
                  <a:moveTo>
                    <a:pt x="19" y="33"/>
                  </a:moveTo>
                  <a:cubicBezTo>
                    <a:pt x="9" y="33"/>
                    <a:pt x="6" y="26"/>
                    <a:pt x="0" y="20"/>
                  </a:cubicBezTo>
                  <a:cubicBezTo>
                    <a:pt x="0" y="18"/>
                    <a:pt x="2" y="16"/>
                    <a:pt x="2" y="14"/>
                  </a:cubicBezTo>
                  <a:cubicBezTo>
                    <a:pt x="4" y="14"/>
                    <a:pt x="4" y="14"/>
                    <a:pt x="6" y="13"/>
                  </a:cubicBezTo>
                  <a:cubicBezTo>
                    <a:pt x="10" y="12"/>
                    <a:pt x="12" y="12"/>
                    <a:pt x="17" y="12"/>
                  </a:cubicBezTo>
                  <a:cubicBezTo>
                    <a:pt x="22" y="11"/>
                    <a:pt x="38" y="0"/>
                    <a:pt x="43" y="5"/>
                  </a:cubicBezTo>
                  <a:cubicBezTo>
                    <a:pt x="43" y="17"/>
                    <a:pt x="30" y="30"/>
                    <a:pt x="19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1" name="Freeform 79">
              <a:extLst>
                <a:ext uri="{FF2B5EF4-FFF2-40B4-BE49-F238E27FC236}">
                  <a16:creationId xmlns:a16="http://schemas.microsoft.com/office/drawing/2014/main" id="{B3FEA7DB-A0E4-4F94-8534-D3E08B6CA1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68" y="766"/>
              <a:ext cx="36" cy="42"/>
            </a:xfrm>
            <a:custGeom>
              <a:avLst/>
              <a:gdLst>
                <a:gd name="T0" fmla="*/ 5 w 29"/>
                <a:gd name="T1" fmla="*/ 34 h 34"/>
                <a:gd name="T2" fmla="*/ 0 w 29"/>
                <a:gd name="T3" fmla="*/ 9 h 34"/>
                <a:gd name="T4" fmla="*/ 19 w 29"/>
                <a:gd name="T5" fmla="*/ 6 h 34"/>
                <a:gd name="T6" fmla="*/ 23 w 29"/>
                <a:gd name="T7" fmla="*/ 26 h 34"/>
                <a:gd name="T8" fmla="*/ 5 w 29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4">
                  <a:moveTo>
                    <a:pt x="5" y="34"/>
                  </a:moveTo>
                  <a:cubicBezTo>
                    <a:pt x="1" y="30"/>
                    <a:pt x="0" y="14"/>
                    <a:pt x="0" y="9"/>
                  </a:cubicBezTo>
                  <a:cubicBezTo>
                    <a:pt x="3" y="0"/>
                    <a:pt x="12" y="0"/>
                    <a:pt x="19" y="6"/>
                  </a:cubicBezTo>
                  <a:cubicBezTo>
                    <a:pt x="25" y="14"/>
                    <a:pt x="29" y="17"/>
                    <a:pt x="23" y="26"/>
                  </a:cubicBezTo>
                  <a:cubicBezTo>
                    <a:pt x="16" y="32"/>
                    <a:pt x="13" y="32"/>
                    <a:pt x="5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07E66D22-E488-4214-9457-D6E59D1064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8" y="739"/>
              <a:ext cx="63" cy="60"/>
            </a:xfrm>
            <a:custGeom>
              <a:avLst/>
              <a:gdLst>
                <a:gd name="T0" fmla="*/ 17 w 51"/>
                <a:gd name="T1" fmla="*/ 48 h 48"/>
                <a:gd name="T2" fmla="*/ 21 w 51"/>
                <a:gd name="T3" fmla="*/ 30 h 48"/>
                <a:gd name="T4" fmla="*/ 13 w 51"/>
                <a:gd name="T5" fmla="*/ 32 h 48"/>
                <a:gd name="T6" fmla="*/ 3 w 51"/>
                <a:gd name="T7" fmla="*/ 15 h 48"/>
                <a:gd name="T8" fmla="*/ 13 w 51"/>
                <a:gd name="T9" fmla="*/ 11 h 48"/>
                <a:gd name="T10" fmla="*/ 33 w 51"/>
                <a:gd name="T11" fmla="*/ 2 h 48"/>
                <a:gd name="T12" fmla="*/ 51 w 51"/>
                <a:gd name="T13" fmla="*/ 18 h 48"/>
                <a:gd name="T14" fmla="*/ 39 w 51"/>
                <a:gd name="T15" fmla="*/ 36 h 48"/>
                <a:gd name="T16" fmla="*/ 22 w 51"/>
                <a:gd name="T17" fmla="*/ 47 h 48"/>
                <a:gd name="T18" fmla="*/ 17 w 5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48">
                  <a:moveTo>
                    <a:pt x="17" y="48"/>
                  </a:moveTo>
                  <a:cubicBezTo>
                    <a:pt x="16" y="43"/>
                    <a:pt x="23" y="33"/>
                    <a:pt x="21" y="30"/>
                  </a:cubicBezTo>
                  <a:cubicBezTo>
                    <a:pt x="18" y="31"/>
                    <a:pt x="16" y="32"/>
                    <a:pt x="13" y="32"/>
                  </a:cubicBezTo>
                  <a:cubicBezTo>
                    <a:pt x="7" y="29"/>
                    <a:pt x="0" y="21"/>
                    <a:pt x="3" y="15"/>
                  </a:cubicBezTo>
                  <a:cubicBezTo>
                    <a:pt x="7" y="10"/>
                    <a:pt x="6" y="12"/>
                    <a:pt x="13" y="11"/>
                  </a:cubicBezTo>
                  <a:cubicBezTo>
                    <a:pt x="19" y="8"/>
                    <a:pt x="26" y="5"/>
                    <a:pt x="33" y="2"/>
                  </a:cubicBezTo>
                  <a:cubicBezTo>
                    <a:pt x="45" y="0"/>
                    <a:pt x="50" y="6"/>
                    <a:pt x="51" y="18"/>
                  </a:cubicBezTo>
                  <a:cubicBezTo>
                    <a:pt x="49" y="25"/>
                    <a:pt x="44" y="31"/>
                    <a:pt x="39" y="36"/>
                  </a:cubicBezTo>
                  <a:cubicBezTo>
                    <a:pt x="33" y="40"/>
                    <a:pt x="27" y="44"/>
                    <a:pt x="22" y="47"/>
                  </a:cubicBezTo>
                  <a:cubicBezTo>
                    <a:pt x="20" y="47"/>
                    <a:pt x="19" y="48"/>
                    <a:pt x="17" y="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3" name="Freeform 81">
              <a:extLst>
                <a:ext uri="{FF2B5EF4-FFF2-40B4-BE49-F238E27FC236}">
                  <a16:creationId xmlns:a16="http://schemas.microsoft.com/office/drawing/2014/main" id="{906B859D-6B39-4F90-936E-AD59A8DC6E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715"/>
              <a:ext cx="38" cy="42"/>
            </a:xfrm>
            <a:custGeom>
              <a:avLst/>
              <a:gdLst>
                <a:gd name="T0" fmla="*/ 3 w 31"/>
                <a:gd name="T1" fmla="*/ 34 h 34"/>
                <a:gd name="T2" fmla="*/ 3 w 31"/>
                <a:gd name="T3" fmla="*/ 29 h 34"/>
                <a:gd name="T4" fmla="*/ 0 w 31"/>
                <a:gd name="T5" fmla="*/ 16 h 34"/>
                <a:gd name="T6" fmla="*/ 7 w 31"/>
                <a:gd name="T7" fmla="*/ 0 h 34"/>
                <a:gd name="T8" fmla="*/ 26 w 31"/>
                <a:gd name="T9" fmla="*/ 23 h 34"/>
                <a:gd name="T10" fmla="*/ 3 w 31"/>
                <a:gd name="T1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4">
                  <a:moveTo>
                    <a:pt x="3" y="34"/>
                  </a:moveTo>
                  <a:cubicBezTo>
                    <a:pt x="1" y="32"/>
                    <a:pt x="2" y="31"/>
                    <a:pt x="3" y="29"/>
                  </a:cubicBezTo>
                  <a:cubicBezTo>
                    <a:pt x="3" y="24"/>
                    <a:pt x="0" y="20"/>
                    <a:pt x="0" y="16"/>
                  </a:cubicBezTo>
                  <a:cubicBezTo>
                    <a:pt x="1" y="7"/>
                    <a:pt x="0" y="4"/>
                    <a:pt x="7" y="0"/>
                  </a:cubicBezTo>
                  <a:cubicBezTo>
                    <a:pt x="12" y="3"/>
                    <a:pt x="31" y="12"/>
                    <a:pt x="26" y="23"/>
                  </a:cubicBezTo>
                  <a:cubicBezTo>
                    <a:pt x="21" y="29"/>
                    <a:pt x="11" y="33"/>
                    <a:pt x="3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4" name="Freeform 82">
              <a:extLst>
                <a:ext uri="{FF2B5EF4-FFF2-40B4-BE49-F238E27FC236}">
                  <a16:creationId xmlns:a16="http://schemas.microsoft.com/office/drawing/2014/main" id="{9E5CDC41-94AD-4D99-A4AF-AAD69D30A9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728"/>
              <a:ext cx="244" cy="186"/>
            </a:xfrm>
            <a:custGeom>
              <a:avLst/>
              <a:gdLst>
                <a:gd name="T0" fmla="*/ 20 w 197"/>
                <a:gd name="T1" fmla="*/ 150 h 150"/>
                <a:gd name="T2" fmla="*/ 13 w 197"/>
                <a:gd name="T3" fmla="*/ 119 h 150"/>
                <a:gd name="T4" fmla="*/ 17 w 197"/>
                <a:gd name="T5" fmla="*/ 114 h 150"/>
                <a:gd name="T6" fmla="*/ 17 w 197"/>
                <a:gd name="T7" fmla="*/ 113 h 150"/>
                <a:gd name="T8" fmla="*/ 44 w 197"/>
                <a:gd name="T9" fmla="*/ 77 h 150"/>
                <a:gd name="T10" fmla="*/ 52 w 197"/>
                <a:gd name="T11" fmla="*/ 67 h 150"/>
                <a:gd name="T12" fmla="*/ 53 w 197"/>
                <a:gd name="T13" fmla="*/ 78 h 150"/>
                <a:gd name="T14" fmla="*/ 60 w 197"/>
                <a:gd name="T15" fmla="*/ 77 h 150"/>
                <a:gd name="T16" fmla="*/ 85 w 197"/>
                <a:gd name="T17" fmla="*/ 58 h 150"/>
                <a:gd name="T18" fmla="*/ 87 w 197"/>
                <a:gd name="T19" fmla="*/ 48 h 150"/>
                <a:gd name="T20" fmla="*/ 68 w 197"/>
                <a:gd name="T21" fmla="*/ 44 h 150"/>
                <a:gd name="T22" fmla="*/ 88 w 197"/>
                <a:gd name="T23" fmla="*/ 29 h 150"/>
                <a:gd name="T24" fmla="*/ 92 w 197"/>
                <a:gd name="T25" fmla="*/ 9 h 150"/>
                <a:gd name="T26" fmla="*/ 109 w 197"/>
                <a:gd name="T27" fmla="*/ 22 h 150"/>
                <a:gd name="T28" fmla="*/ 110 w 197"/>
                <a:gd name="T29" fmla="*/ 37 h 150"/>
                <a:gd name="T30" fmla="*/ 108 w 197"/>
                <a:gd name="T31" fmla="*/ 46 h 150"/>
                <a:gd name="T32" fmla="*/ 111 w 197"/>
                <a:gd name="T33" fmla="*/ 46 h 150"/>
                <a:gd name="T34" fmla="*/ 131 w 197"/>
                <a:gd name="T35" fmla="*/ 32 h 150"/>
                <a:gd name="T36" fmla="*/ 140 w 197"/>
                <a:gd name="T37" fmla="*/ 5 h 150"/>
                <a:gd name="T38" fmla="*/ 163 w 197"/>
                <a:gd name="T39" fmla="*/ 11 h 150"/>
                <a:gd name="T40" fmla="*/ 176 w 197"/>
                <a:gd name="T41" fmla="*/ 5 h 150"/>
                <a:gd name="T42" fmla="*/ 182 w 197"/>
                <a:gd name="T43" fmla="*/ 4 h 150"/>
                <a:gd name="T44" fmla="*/ 184 w 197"/>
                <a:gd name="T45" fmla="*/ 13 h 150"/>
                <a:gd name="T46" fmla="*/ 157 w 197"/>
                <a:gd name="T47" fmla="*/ 39 h 150"/>
                <a:gd name="T48" fmla="*/ 166 w 197"/>
                <a:gd name="T49" fmla="*/ 29 h 150"/>
                <a:gd name="T50" fmla="*/ 190 w 197"/>
                <a:gd name="T51" fmla="*/ 34 h 150"/>
                <a:gd name="T52" fmla="*/ 184 w 197"/>
                <a:gd name="T53" fmla="*/ 50 h 150"/>
                <a:gd name="T54" fmla="*/ 182 w 197"/>
                <a:gd name="T55" fmla="*/ 54 h 150"/>
                <a:gd name="T56" fmla="*/ 182 w 197"/>
                <a:gd name="T57" fmla="*/ 93 h 150"/>
                <a:gd name="T58" fmla="*/ 173 w 197"/>
                <a:gd name="T59" fmla="*/ 107 h 150"/>
                <a:gd name="T60" fmla="*/ 173 w 197"/>
                <a:gd name="T61" fmla="*/ 107 h 150"/>
                <a:gd name="T62" fmla="*/ 172 w 197"/>
                <a:gd name="T63" fmla="*/ 107 h 150"/>
                <a:gd name="T64" fmla="*/ 158 w 197"/>
                <a:gd name="T65" fmla="*/ 113 h 150"/>
                <a:gd name="T66" fmla="*/ 158 w 197"/>
                <a:gd name="T67" fmla="*/ 58 h 150"/>
                <a:gd name="T68" fmla="*/ 157 w 197"/>
                <a:gd name="T69" fmla="*/ 58 h 150"/>
                <a:gd name="T70" fmla="*/ 139 w 197"/>
                <a:gd name="T71" fmla="*/ 89 h 150"/>
                <a:gd name="T72" fmla="*/ 124 w 197"/>
                <a:gd name="T73" fmla="*/ 80 h 150"/>
                <a:gd name="T74" fmla="*/ 128 w 197"/>
                <a:gd name="T75" fmla="*/ 76 h 150"/>
                <a:gd name="T76" fmla="*/ 130 w 197"/>
                <a:gd name="T77" fmla="*/ 45 h 150"/>
                <a:gd name="T78" fmla="*/ 111 w 197"/>
                <a:gd name="T79" fmla="*/ 64 h 150"/>
                <a:gd name="T80" fmla="*/ 102 w 197"/>
                <a:gd name="T81" fmla="*/ 70 h 150"/>
                <a:gd name="T82" fmla="*/ 97 w 197"/>
                <a:gd name="T83" fmla="*/ 91 h 150"/>
                <a:gd name="T84" fmla="*/ 92 w 197"/>
                <a:gd name="T85" fmla="*/ 101 h 150"/>
                <a:gd name="T86" fmla="*/ 91 w 197"/>
                <a:gd name="T87" fmla="*/ 102 h 150"/>
                <a:gd name="T88" fmla="*/ 74 w 197"/>
                <a:gd name="T89" fmla="*/ 110 h 150"/>
                <a:gd name="T90" fmla="*/ 74 w 197"/>
                <a:gd name="T91" fmla="*/ 107 h 150"/>
                <a:gd name="T92" fmla="*/ 82 w 197"/>
                <a:gd name="T93" fmla="*/ 85 h 150"/>
                <a:gd name="T94" fmla="*/ 63 w 197"/>
                <a:gd name="T95" fmla="*/ 94 h 150"/>
                <a:gd name="T96" fmla="*/ 53 w 197"/>
                <a:gd name="T97" fmla="*/ 91 h 150"/>
                <a:gd name="T98" fmla="*/ 52 w 197"/>
                <a:gd name="T99" fmla="*/ 90 h 150"/>
                <a:gd name="T100" fmla="*/ 48 w 197"/>
                <a:gd name="T101" fmla="*/ 88 h 150"/>
                <a:gd name="T102" fmla="*/ 44 w 197"/>
                <a:gd name="T103" fmla="*/ 100 h 150"/>
                <a:gd name="T104" fmla="*/ 27 w 197"/>
                <a:gd name="T105" fmla="*/ 147 h 150"/>
                <a:gd name="T106" fmla="*/ 20 w 197"/>
                <a:gd name="T107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50">
                  <a:moveTo>
                    <a:pt x="20" y="150"/>
                  </a:moveTo>
                  <a:cubicBezTo>
                    <a:pt x="9" y="146"/>
                    <a:pt x="0" y="124"/>
                    <a:pt x="13" y="119"/>
                  </a:cubicBezTo>
                  <a:cubicBezTo>
                    <a:pt x="13" y="117"/>
                    <a:pt x="15" y="115"/>
                    <a:pt x="17" y="114"/>
                  </a:cubicBezTo>
                  <a:cubicBezTo>
                    <a:pt x="17" y="114"/>
                    <a:pt x="17" y="113"/>
                    <a:pt x="17" y="113"/>
                  </a:cubicBezTo>
                  <a:cubicBezTo>
                    <a:pt x="27" y="103"/>
                    <a:pt x="35" y="88"/>
                    <a:pt x="44" y="77"/>
                  </a:cubicBezTo>
                  <a:cubicBezTo>
                    <a:pt x="46" y="72"/>
                    <a:pt x="47" y="68"/>
                    <a:pt x="52" y="67"/>
                  </a:cubicBezTo>
                  <a:cubicBezTo>
                    <a:pt x="55" y="69"/>
                    <a:pt x="54" y="74"/>
                    <a:pt x="53" y="78"/>
                  </a:cubicBezTo>
                  <a:cubicBezTo>
                    <a:pt x="54" y="79"/>
                    <a:pt x="58" y="78"/>
                    <a:pt x="60" y="77"/>
                  </a:cubicBezTo>
                  <a:cubicBezTo>
                    <a:pt x="68" y="71"/>
                    <a:pt x="78" y="65"/>
                    <a:pt x="85" y="58"/>
                  </a:cubicBezTo>
                  <a:cubicBezTo>
                    <a:pt x="86" y="55"/>
                    <a:pt x="86" y="52"/>
                    <a:pt x="87" y="48"/>
                  </a:cubicBezTo>
                  <a:cubicBezTo>
                    <a:pt x="81" y="50"/>
                    <a:pt x="64" y="54"/>
                    <a:pt x="68" y="44"/>
                  </a:cubicBezTo>
                  <a:cubicBezTo>
                    <a:pt x="75" y="41"/>
                    <a:pt x="84" y="36"/>
                    <a:pt x="88" y="29"/>
                  </a:cubicBezTo>
                  <a:cubicBezTo>
                    <a:pt x="90" y="22"/>
                    <a:pt x="89" y="14"/>
                    <a:pt x="92" y="9"/>
                  </a:cubicBezTo>
                  <a:cubicBezTo>
                    <a:pt x="99" y="5"/>
                    <a:pt x="108" y="14"/>
                    <a:pt x="109" y="22"/>
                  </a:cubicBezTo>
                  <a:cubicBezTo>
                    <a:pt x="112" y="27"/>
                    <a:pt x="121" y="21"/>
                    <a:pt x="110" y="37"/>
                  </a:cubicBezTo>
                  <a:cubicBezTo>
                    <a:pt x="108" y="39"/>
                    <a:pt x="108" y="42"/>
                    <a:pt x="108" y="46"/>
                  </a:cubicBezTo>
                  <a:cubicBezTo>
                    <a:pt x="109" y="46"/>
                    <a:pt x="110" y="46"/>
                    <a:pt x="111" y="46"/>
                  </a:cubicBezTo>
                  <a:cubicBezTo>
                    <a:pt x="117" y="41"/>
                    <a:pt x="124" y="36"/>
                    <a:pt x="131" y="32"/>
                  </a:cubicBezTo>
                  <a:cubicBezTo>
                    <a:pt x="133" y="22"/>
                    <a:pt x="135" y="14"/>
                    <a:pt x="140" y="5"/>
                  </a:cubicBezTo>
                  <a:cubicBezTo>
                    <a:pt x="147" y="0"/>
                    <a:pt x="156" y="5"/>
                    <a:pt x="163" y="11"/>
                  </a:cubicBezTo>
                  <a:cubicBezTo>
                    <a:pt x="168" y="11"/>
                    <a:pt x="172" y="8"/>
                    <a:pt x="176" y="5"/>
                  </a:cubicBezTo>
                  <a:cubicBezTo>
                    <a:pt x="178" y="4"/>
                    <a:pt x="178" y="4"/>
                    <a:pt x="182" y="4"/>
                  </a:cubicBezTo>
                  <a:cubicBezTo>
                    <a:pt x="183" y="7"/>
                    <a:pt x="184" y="9"/>
                    <a:pt x="184" y="13"/>
                  </a:cubicBezTo>
                  <a:cubicBezTo>
                    <a:pt x="181" y="24"/>
                    <a:pt x="151" y="27"/>
                    <a:pt x="157" y="39"/>
                  </a:cubicBezTo>
                  <a:cubicBezTo>
                    <a:pt x="162" y="39"/>
                    <a:pt x="164" y="33"/>
                    <a:pt x="166" y="29"/>
                  </a:cubicBezTo>
                  <a:cubicBezTo>
                    <a:pt x="171" y="26"/>
                    <a:pt x="184" y="30"/>
                    <a:pt x="190" y="34"/>
                  </a:cubicBezTo>
                  <a:cubicBezTo>
                    <a:pt x="197" y="42"/>
                    <a:pt x="192" y="45"/>
                    <a:pt x="184" y="50"/>
                  </a:cubicBezTo>
                  <a:cubicBezTo>
                    <a:pt x="183" y="52"/>
                    <a:pt x="183" y="53"/>
                    <a:pt x="182" y="54"/>
                  </a:cubicBezTo>
                  <a:cubicBezTo>
                    <a:pt x="181" y="70"/>
                    <a:pt x="181" y="70"/>
                    <a:pt x="182" y="93"/>
                  </a:cubicBezTo>
                  <a:cubicBezTo>
                    <a:pt x="179" y="99"/>
                    <a:pt x="177" y="102"/>
                    <a:pt x="173" y="107"/>
                  </a:cubicBezTo>
                  <a:cubicBezTo>
                    <a:pt x="173" y="107"/>
                    <a:pt x="173" y="107"/>
                    <a:pt x="173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69" y="112"/>
                    <a:pt x="162" y="117"/>
                    <a:pt x="158" y="113"/>
                  </a:cubicBezTo>
                  <a:cubicBezTo>
                    <a:pt x="158" y="94"/>
                    <a:pt x="159" y="75"/>
                    <a:pt x="158" y="58"/>
                  </a:cubicBezTo>
                  <a:cubicBezTo>
                    <a:pt x="158" y="58"/>
                    <a:pt x="157" y="58"/>
                    <a:pt x="157" y="58"/>
                  </a:cubicBezTo>
                  <a:cubicBezTo>
                    <a:pt x="156" y="67"/>
                    <a:pt x="147" y="84"/>
                    <a:pt x="139" y="89"/>
                  </a:cubicBezTo>
                  <a:cubicBezTo>
                    <a:pt x="132" y="90"/>
                    <a:pt x="126" y="86"/>
                    <a:pt x="124" y="80"/>
                  </a:cubicBezTo>
                  <a:cubicBezTo>
                    <a:pt x="125" y="78"/>
                    <a:pt x="126" y="77"/>
                    <a:pt x="128" y="76"/>
                  </a:cubicBezTo>
                  <a:cubicBezTo>
                    <a:pt x="132" y="68"/>
                    <a:pt x="130" y="53"/>
                    <a:pt x="130" y="45"/>
                  </a:cubicBezTo>
                  <a:cubicBezTo>
                    <a:pt x="125" y="46"/>
                    <a:pt x="115" y="59"/>
                    <a:pt x="111" y="64"/>
                  </a:cubicBezTo>
                  <a:cubicBezTo>
                    <a:pt x="108" y="66"/>
                    <a:pt x="105" y="68"/>
                    <a:pt x="102" y="70"/>
                  </a:cubicBezTo>
                  <a:cubicBezTo>
                    <a:pt x="100" y="77"/>
                    <a:pt x="98" y="84"/>
                    <a:pt x="97" y="91"/>
                  </a:cubicBezTo>
                  <a:cubicBezTo>
                    <a:pt x="95" y="95"/>
                    <a:pt x="93" y="98"/>
                    <a:pt x="92" y="101"/>
                  </a:cubicBezTo>
                  <a:cubicBezTo>
                    <a:pt x="91" y="101"/>
                    <a:pt x="91" y="101"/>
                    <a:pt x="91" y="102"/>
                  </a:cubicBezTo>
                  <a:cubicBezTo>
                    <a:pt x="88" y="106"/>
                    <a:pt x="80" y="118"/>
                    <a:pt x="74" y="110"/>
                  </a:cubicBezTo>
                  <a:cubicBezTo>
                    <a:pt x="74" y="109"/>
                    <a:pt x="74" y="108"/>
                    <a:pt x="74" y="107"/>
                  </a:cubicBezTo>
                  <a:cubicBezTo>
                    <a:pt x="79" y="101"/>
                    <a:pt x="82" y="92"/>
                    <a:pt x="82" y="85"/>
                  </a:cubicBezTo>
                  <a:cubicBezTo>
                    <a:pt x="75" y="87"/>
                    <a:pt x="70" y="94"/>
                    <a:pt x="63" y="94"/>
                  </a:cubicBezTo>
                  <a:cubicBezTo>
                    <a:pt x="59" y="93"/>
                    <a:pt x="55" y="92"/>
                    <a:pt x="53" y="91"/>
                  </a:cubicBezTo>
                  <a:cubicBezTo>
                    <a:pt x="53" y="90"/>
                    <a:pt x="53" y="90"/>
                    <a:pt x="52" y="90"/>
                  </a:cubicBezTo>
                  <a:cubicBezTo>
                    <a:pt x="51" y="89"/>
                    <a:pt x="49" y="87"/>
                    <a:pt x="48" y="88"/>
                  </a:cubicBezTo>
                  <a:cubicBezTo>
                    <a:pt x="47" y="91"/>
                    <a:pt x="45" y="96"/>
                    <a:pt x="44" y="100"/>
                  </a:cubicBezTo>
                  <a:cubicBezTo>
                    <a:pt x="37" y="115"/>
                    <a:pt x="32" y="130"/>
                    <a:pt x="27" y="147"/>
                  </a:cubicBezTo>
                  <a:cubicBezTo>
                    <a:pt x="24" y="149"/>
                    <a:pt x="23" y="150"/>
                    <a:pt x="20" y="1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5" name="Freeform 83">
              <a:extLst>
                <a:ext uri="{FF2B5EF4-FFF2-40B4-BE49-F238E27FC236}">
                  <a16:creationId xmlns:a16="http://schemas.microsoft.com/office/drawing/2014/main" id="{CD0AAE36-9DBE-490B-BD59-F61A2AED45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1" y="757"/>
              <a:ext cx="37" cy="49"/>
            </a:xfrm>
            <a:custGeom>
              <a:avLst/>
              <a:gdLst>
                <a:gd name="T0" fmla="*/ 5 w 30"/>
                <a:gd name="T1" fmla="*/ 39 h 39"/>
                <a:gd name="T2" fmla="*/ 6 w 30"/>
                <a:gd name="T3" fmla="*/ 28 h 39"/>
                <a:gd name="T4" fmla="*/ 6 w 30"/>
                <a:gd name="T5" fmla="*/ 1 h 39"/>
                <a:gd name="T6" fmla="*/ 10 w 30"/>
                <a:gd name="T7" fmla="*/ 0 h 39"/>
                <a:gd name="T8" fmla="*/ 25 w 30"/>
                <a:gd name="T9" fmla="*/ 17 h 39"/>
                <a:gd name="T10" fmla="*/ 5 w 30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9">
                  <a:moveTo>
                    <a:pt x="5" y="39"/>
                  </a:moveTo>
                  <a:cubicBezTo>
                    <a:pt x="3" y="35"/>
                    <a:pt x="6" y="31"/>
                    <a:pt x="6" y="28"/>
                  </a:cubicBezTo>
                  <a:cubicBezTo>
                    <a:pt x="3" y="17"/>
                    <a:pt x="0" y="9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4" y="4"/>
                    <a:pt x="21" y="11"/>
                    <a:pt x="25" y="17"/>
                  </a:cubicBezTo>
                  <a:cubicBezTo>
                    <a:pt x="30" y="29"/>
                    <a:pt x="14" y="35"/>
                    <a:pt x="5" y="3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6" name="Freeform 84">
              <a:extLst>
                <a:ext uri="{FF2B5EF4-FFF2-40B4-BE49-F238E27FC236}">
                  <a16:creationId xmlns:a16="http://schemas.microsoft.com/office/drawing/2014/main" id="{707372F4-6AC9-4216-9F31-8EA8403470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708"/>
              <a:ext cx="46" cy="47"/>
            </a:xfrm>
            <a:custGeom>
              <a:avLst/>
              <a:gdLst>
                <a:gd name="T0" fmla="*/ 7 w 37"/>
                <a:gd name="T1" fmla="*/ 38 h 38"/>
                <a:gd name="T2" fmla="*/ 4 w 37"/>
                <a:gd name="T3" fmla="*/ 36 h 38"/>
                <a:gd name="T4" fmla="*/ 6 w 37"/>
                <a:gd name="T5" fmla="*/ 29 h 38"/>
                <a:gd name="T6" fmla="*/ 11 w 37"/>
                <a:gd name="T7" fmla="*/ 0 h 38"/>
                <a:gd name="T8" fmla="*/ 16 w 37"/>
                <a:gd name="T9" fmla="*/ 7 h 38"/>
                <a:gd name="T10" fmla="*/ 24 w 37"/>
                <a:gd name="T11" fmla="*/ 32 h 38"/>
                <a:gd name="T12" fmla="*/ 7 w 3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8">
                  <a:moveTo>
                    <a:pt x="7" y="38"/>
                  </a:moveTo>
                  <a:cubicBezTo>
                    <a:pt x="5" y="37"/>
                    <a:pt x="5" y="37"/>
                    <a:pt x="4" y="36"/>
                  </a:cubicBezTo>
                  <a:cubicBezTo>
                    <a:pt x="6" y="33"/>
                    <a:pt x="7" y="32"/>
                    <a:pt x="6" y="29"/>
                  </a:cubicBezTo>
                  <a:cubicBezTo>
                    <a:pt x="0" y="20"/>
                    <a:pt x="0" y="5"/>
                    <a:pt x="11" y="0"/>
                  </a:cubicBezTo>
                  <a:cubicBezTo>
                    <a:pt x="14" y="0"/>
                    <a:pt x="15" y="3"/>
                    <a:pt x="16" y="7"/>
                  </a:cubicBezTo>
                  <a:cubicBezTo>
                    <a:pt x="23" y="14"/>
                    <a:pt x="37" y="23"/>
                    <a:pt x="24" y="32"/>
                  </a:cubicBezTo>
                  <a:cubicBezTo>
                    <a:pt x="18" y="35"/>
                    <a:pt x="13" y="36"/>
                    <a:pt x="7" y="3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7" name="Freeform 85">
              <a:extLst>
                <a:ext uri="{FF2B5EF4-FFF2-40B4-BE49-F238E27FC236}">
                  <a16:creationId xmlns:a16="http://schemas.microsoft.com/office/drawing/2014/main" id="{51ED8FEB-4EE3-41A1-AD91-FEE41E0242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7" y="765"/>
              <a:ext cx="26" cy="39"/>
            </a:xfrm>
            <a:custGeom>
              <a:avLst/>
              <a:gdLst>
                <a:gd name="T0" fmla="*/ 10 w 21"/>
                <a:gd name="T1" fmla="*/ 31 h 31"/>
                <a:gd name="T2" fmla="*/ 3 w 21"/>
                <a:gd name="T3" fmla="*/ 4 h 31"/>
                <a:gd name="T4" fmla="*/ 21 w 21"/>
                <a:gd name="T5" fmla="*/ 18 h 31"/>
                <a:gd name="T6" fmla="*/ 10 w 2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1">
                  <a:moveTo>
                    <a:pt x="10" y="31"/>
                  </a:moveTo>
                  <a:cubicBezTo>
                    <a:pt x="0" y="27"/>
                    <a:pt x="2" y="11"/>
                    <a:pt x="3" y="4"/>
                  </a:cubicBezTo>
                  <a:cubicBezTo>
                    <a:pt x="11" y="0"/>
                    <a:pt x="20" y="9"/>
                    <a:pt x="21" y="18"/>
                  </a:cubicBezTo>
                  <a:cubicBezTo>
                    <a:pt x="19" y="27"/>
                    <a:pt x="19" y="29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8" name="Freeform 86">
              <a:extLst>
                <a:ext uri="{FF2B5EF4-FFF2-40B4-BE49-F238E27FC236}">
                  <a16:creationId xmlns:a16="http://schemas.microsoft.com/office/drawing/2014/main" id="{4244F7A9-8DC7-4B7B-A505-47B451E60C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57" y="673"/>
              <a:ext cx="166" cy="224"/>
            </a:xfrm>
            <a:custGeom>
              <a:avLst/>
              <a:gdLst>
                <a:gd name="T0" fmla="*/ 71 w 134"/>
                <a:gd name="T1" fmla="*/ 180 h 180"/>
                <a:gd name="T2" fmla="*/ 34 w 134"/>
                <a:gd name="T3" fmla="*/ 173 h 180"/>
                <a:gd name="T4" fmla="*/ 56 w 134"/>
                <a:gd name="T5" fmla="*/ 148 h 180"/>
                <a:gd name="T6" fmla="*/ 0 w 134"/>
                <a:gd name="T7" fmla="*/ 147 h 180"/>
                <a:gd name="T8" fmla="*/ 56 w 134"/>
                <a:gd name="T9" fmla="*/ 124 h 180"/>
                <a:gd name="T10" fmla="*/ 75 w 134"/>
                <a:gd name="T11" fmla="*/ 108 h 180"/>
                <a:gd name="T12" fmla="*/ 91 w 134"/>
                <a:gd name="T13" fmla="*/ 96 h 180"/>
                <a:gd name="T14" fmla="*/ 32 w 134"/>
                <a:gd name="T15" fmla="*/ 119 h 180"/>
                <a:gd name="T16" fmla="*/ 34 w 134"/>
                <a:gd name="T17" fmla="*/ 108 h 180"/>
                <a:gd name="T18" fmla="*/ 73 w 134"/>
                <a:gd name="T19" fmla="*/ 81 h 180"/>
                <a:gd name="T20" fmla="*/ 71 w 134"/>
                <a:gd name="T21" fmla="*/ 78 h 180"/>
                <a:gd name="T22" fmla="*/ 39 w 134"/>
                <a:gd name="T23" fmla="*/ 93 h 180"/>
                <a:gd name="T24" fmla="*/ 27 w 134"/>
                <a:gd name="T25" fmla="*/ 61 h 180"/>
                <a:gd name="T26" fmla="*/ 33 w 134"/>
                <a:gd name="T27" fmla="*/ 44 h 180"/>
                <a:gd name="T28" fmla="*/ 46 w 134"/>
                <a:gd name="T29" fmla="*/ 56 h 180"/>
                <a:gd name="T30" fmla="*/ 60 w 134"/>
                <a:gd name="T31" fmla="*/ 66 h 180"/>
                <a:gd name="T32" fmla="*/ 68 w 134"/>
                <a:gd name="T33" fmla="*/ 55 h 180"/>
                <a:gd name="T34" fmla="*/ 64 w 134"/>
                <a:gd name="T35" fmla="*/ 45 h 180"/>
                <a:gd name="T36" fmla="*/ 84 w 134"/>
                <a:gd name="T37" fmla="*/ 25 h 180"/>
                <a:gd name="T38" fmla="*/ 111 w 134"/>
                <a:gd name="T39" fmla="*/ 20 h 180"/>
                <a:gd name="T40" fmla="*/ 110 w 134"/>
                <a:gd name="T41" fmla="*/ 29 h 180"/>
                <a:gd name="T42" fmla="*/ 132 w 134"/>
                <a:gd name="T43" fmla="*/ 44 h 180"/>
                <a:gd name="T44" fmla="*/ 115 w 134"/>
                <a:gd name="T45" fmla="*/ 77 h 180"/>
                <a:gd name="T46" fmla="*/ 120 w 134"/>
                <a:gd name="T47" fmla="*/ 94 h 180"/>
                <a:gd name="T48" fmla="*/ 78 w 134"/>
                <a:gd name="T49" fmla="*/ 114 h 180"/>
                <a:gd name="T50" fmla="*/ 92 w 134"/>
                <a:gd name="T51" fmla="*/ 119 h 180"/>
                <a:gd name="T52" fmla="*/ 81 w 134"/>
                <a:gd name="T53" fmla="*/ 140 h 180"/>
                <a:gd name="T54" fmla="*/ 72 w 134"/>
                <a:gd name="T55" fmla="*/ 180 h 180"/>
                <a:gd name="T56" fmla="*/ 106 w 134"/>
                <a:gd name="T57" fmla="*/ 53 h 180"/>
                <a:gd name="T58" fmla="*/ 87 w 134"/>
                <a:gd name="T59" fmla="*/ 59 h 180"/>
                <a:gd name="T60" fmla="*/ 87 w 134"/>
                <a:gd name="T61" fmla="*/ 60 h 180"/>
                <a:gd name="T62" fmla="*/ 92 w 134"/>
                <a:gd name="T63" fmla="*/ 58 h 180"/>
                <a:gd name="T64" fmla="*/ 99 w 134"/>
                <a:gd name="T65" fmla="*/ 6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" h="180">
                  <a:moveTo>
                    <a:pt x="72" y="180"/>
                  </a:moveTo>
                  <a:cubicBezTo>
                    <a:pt x="71" y="180"/>
                    <a:pt x="71" y="180"/>
                    <a:pt x="71" y="180"/>
                  </a:cubicBezTo>
                  <a:cubicBezTo>
                    <a:pt x="58" y="180"/>
                    <a:pt x="46" y="179"/>
                    <a:pt x="34" y="175"/>
                  </a:cubicBezTo>
                  <a:cubicBezTo>
                    <a:pt x="34" y="174"/>
                    <a:pt x="34" y="174"/>
                    <a:pt x="34" y="173"/>
                  </a:cubicBezTo>
                  <a:cubicBezTo>
                    <a:pt x="41" y="169"/>
                    <a:pt x="50" y="170"/>
                    <a:pt x="55" y="163"/>
                  </a:cubicBezTo>
                  <a:cubicBezTo>
                    <a:pt x="56" y="157"/>
                    <a:pt x="57" y="152"/>
                    <a:pt x="56" y="148"/>
                  </a:cubicBezTo>
                  <a:cubicBezTo>
                    <a:pt x="43" y="148"/>
                    <a:pt x="37" y="157"/>
                    <a:pt x="27" y="161"/>
                  </a:cubicBezTo>
                  <a:cubicBezTo>
                    <a:pt x="18" y="162"/>
                    <a:pt x="3" y="154"/>
                    <a:pt x="0" y="147"/>
                  </a:cubicBezTo>
                  <a:cubicBezTo>
                    <a:pt x="0" y="136"/>
                    <a:pt x="3" y="141"/>
                    <a:pt x="14" y="140"/>
                  </a:cubicBezTo>
                  <a:cubicBezTo>
                    <a:pt x="28" y="138"/>
                    <a:pt x="43" y="130"/>
                    <a:pt x="56" y="124"/>
                  </a:cubicBezTo>
                  <a:cubicBezTo>
                    <a:pt x="59" y="121"/>
                    <a:pt x="59" y="121"/>
                    <a:pt x="61" y="121"/>
                  </a:cubicBezTo>
                  <a:cubicBezTo>
                    <a:pt x="64" y="112"/>
                    <a:pt x="66" y="110"/>
                    <a:pt x="75" y="108"/>
                  </a:cubicBezTo>
                  <a:cubicBezTo>
                    <a:pt x="79" y="106"/>
                    <a:pt x="79" y="106"/>
                    <a:pt x="90" y="100"/>
                  </a:cubicBezTo>
                  <a:cubicBezTo>
                    <a:pt x="90" y="99"/>
                    <a:pt x="91" y="98"/>
                    <a:pt x="91" y="96"/>
                  </a:cubicBezTo>
                  <a:cubicBezTo>
                    <a:pt x="74" y="98"/>
                    <a:pt x="61" y="112"/>
                    <a:pt x="48" y="121"/>
                  </a:cubicBezTo>
                  <a:cubicBezTo>
                    <a:pt x="41" y="122"/>
                    <a:pt x="36" y="121"/>
                    <a:pt x="32" y="119"/>
                  </a:cubicBezTo>
                  <a:cubicBezTo>
                    <a:pt x="29" y="120"/>
                    <a:pt x="12" y="123"/>
                    <a:pt x="20" y="116"/>
                  </a:cubicBezTo>
                  <a:cubicBezTo>
                    <a:pt x="25" y="114"/>
                    <a:pt x="29" y="111"/>
                    <a:pt x="34" y="108"/>
                  </a:cubicBezTo>
                  <a:cubicBezTo>
                    <a:pt x="47" y="100"/>
                    <a:pt x="61" y="93"/>
                    <a:pt x="74" y="85"/>
                  </a:cubicBezTo>
                  <a:cubicBezTo>
                    <a:pt x="74" y="83"/>
                    <a:pt x="73" y="82"/>
                    <a:pt x="73" y="81"/>
                  </a:cubicBezTo>
                  <a:cubicBezTo>
                    <a:pt x="73" y="79"/>
                    <a:pt x="74" y="77"/>
                    <a:pt x="74" y="75"/>
                  </a:cubicBezTo>
                  <a:cubicBezTo>
                    <a:pt x="72" y="76"/>
                    <a:pt x="71" y="76"/>
                    <a:pt x="71" y="78"/>
                  </a:cubicBezTo>
                  <a:cubicBezTo>
                    <a:pt x="63" y="81"/>
                    <a:pt x="59" y="88"/>
                    <a:pt x="53" y="81"/>
                  </a:cubicBezTo>
                  <a:cubicBezTo>
                    <a:pt x="51" y="88"/>
                    <a:pt x="46" y="93"/>
                    <a:pt x="39" y="93"/>
                  </a:cubicBezTo>
                  <a:cubicBezTo>
                    <a:pt x="32" y="89"/>
                    <a:pt x="32" y="77"/>
                    <a:pt x="31" y="72"/>
                  </a:cubicBezTo>
                  <a:cubicBezTo>
                    <a:pt x="30" y="71"/>
                    <a:pt x="29" y="67"/>
                    <a:pt x="27" y="61"/>
                  </a:cubicBezTo>
                  <a:cubicBezTo>
                    <a:pt x="24" y="55"/>
                    <a:pt x="18" y="47"/>
                    <a:pt x="22" y="42"/>
                  </a:cubicBezTo>
                  <a:cubicBezTo>
                    <a:pt x="27" y="38"/>
                    <a:pt x="29" y="37"/>
                    <a:pt x="33" y="44"/>
                  </a:cubicBezTo>
                  <a:cubicBezTo>
                    <a:pt x="37" y="47"/>
                    <a:pt x="42" y="51"/>
                    <a:pt x="45" y="56"/>
                  </a:cubicBezTo>
                  <a:cubicBezTo>
                    <a:pt x="45" y="56"/>
                    <a:pt x="46" y="56"/>
                    <a:pt x="46" y="56"/>
                  </a:cubicBezTo>
                  <a:cubicBezTo>
                    <a:pt x="48" y="62"/>
                    <a:pt x="54" y="69"/>
                    <a:pt x="53" y="77"/>
                  </a:cubicBezTo>
                  <a:cubicBezTo>
                    <a:pt x="57" y="75"/>
                    <a:pt x="62" y="71"/>
                    <a:pt x="60" y="66"/>
                  </a:cubicBezTo>
                  <a:cubicBezTo>
                    <a:pt x="53" y="63"/>
                    <a:pt x="57" y="57"/>
                    <a:pt x="61" y="55"/>
                  </a:cubicBezTo>
                  <a:cubicBezTo>
                    <a:pt x="64" y="55"/>
                    <a:pt x="64" y="55"/>
                    <a:pt x="68" y="55"/>
                  </a:cubicBezTo>
                  <a:cubicBezTo>
                    <a:pt x="68" y="53"/>
                    <a:pt x="68" y="53"/>
                    <a:pt x="67" y="52"/>
                  </a:cubicBezTo>
                  <a:cubicBezTo>
                    <a:pt x="62" y="50"/>
                    <a:pt x="63" y="49"/>
                    <a:pt x="64" y="45"/>
                  </a:cubicBezTo>
                  <a:cubicBezTo>
                    <a:pt x="58" y="43"/>
                    <a:pt x="56" y="37"/>
                    <a:pt x="58" y="32"/>
                  </a:cubicBezTo>
                  <a:cubicBezTo>
                    <a:pt x="76" y="28"/>
                    <a:pt x="76" y="28"/>
                    <a:pt x="84" y="25"/>
                  </a:cubicBezTo>
                  <a:cubicBezTo>
                    <a:pt x="89" y="19"/>
                    <a:pt x="95" y="0"/>
                    <a:pt x="106" y="4"/>
                  </a:cubicBezTo>
                  <a:cubicBezTo>
                    <a:pt x="109" y="7"/>
                    <a:pt x="111" y="14"/>
                    <a:pt x="111" y="20"/>
                  </a:cubicBezTo>
                  <a:cubicBezTo>
                    <a:pt x="109" y="23"/>
                    <a:pt x="107" y="25"/>
                    <a:pt x="107" y="28"/>
                  </a:cubicBezTo>
                  <a:cubicBezTo>
                    <a:pt x="108" y="28"/>
                    <a:pt x="109" y="28"/>
                    <a:pt x="110" y="29"/>
                  </a:cubicBezTo>
                  <a:cubicBezTo>
                    <a:pt x="117" y="25"/>
                    <a:pt x="121" y="21"/>
                    <a:pt x="125" y="31"/>
                  </a:cubicBezTo>
                  <a:cubicBezTo>
                    <a:pt x="132" y="35"/>
                    <a:pt x="134" y="34"/>
                    <a:pt x="132" y="44"/>
                  </a:cubicBezTo>
                  <a:cubicBezTo>
                    <a:pt x="127" y="55"/>
                    <a:pt x="121" y="66"/>
                    <a:pt x="115" y="76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7" y="77"/>
                    <a:pt x="118" y="78"/>
                    <a:pt x="119" y="78"/>
                  </a:cubicBezTo>
                  <a:cubicBezTo>
                    <a:pt x="120" y="83"/>
                    <a:pt x="120" y="88"/>
                    <a:pt x="120" y="94"/>
                  </a:cubicBezTo>
                  <a:cubicBezTo>
                    <a:pt x="116" y="100"/>
                    <a:pt x="110" y="100"/>
                    <a:pt x="103" y="101"/>
                  </a:cubicBezTo>
                  <a:cubicBezTo>
                    <a:pt x="94" y="106"/>
                    <a:pt x="86" y="109"/>
                    <a:pt x="78" y="114"/>
                  </a:cubicBezTo>
                  <a:cubicBezTo>
                    <a:pt x="78" y="116"/>
                    <a:pt x="78" y="118"/>
                    <a:pt x="79" y="120"/>
                  </a:cubicBezTo>
                  <a:cubicBezTo>
                    <a:pt x="83" y="120"/>
                    <a:pt x="87" y="120"/>
                    <a:pt x="92" y="119"/>
                  </a:cubicBezTo>
                  <a:cubicBezTo>
                    <a:pt x="96" y="123"/>
                    <a:pt x="96" y="131"/>
                    <a:pt x="93" y="136"/>
                  </a:cubicBezTo>
                  <a:cubicBezTo>
                    <a:pt x="88" y="137"/>
                    <a:pt x="85" y="138"/>
                    <a:pt x="81" y="140"/>
                  </a:cubicBezTo>
                  <a:cubicBezTo>
                    <a:pt x="81" y="142"/>
                    <a:pt x="81" y="144"/>
                    <a:pt x="80" y="147"/>
                  </a:cubicBezTo>
                  <a:cubicBezTo>
                    <a:pt x="81" y="156"/>
                    <a:pt x="85" y="178"/>
                    <a:pt x="72" y="180"/>
                  </a:cubicBezTo>
                  <a:moveTo>
                    <a:pt x="99" y="67"/>
                  </a:moveTo>
                  <a:cubicBezTo>
                    <a:pt x="103" y="63"/>
                    <a:pt x="106" y="58"/>
                    <a:pt x="106" y="53"/>
                  </a:cubicBezTo>
                  <a:cubicBezTo>
                    <a:pt x="102" y="49"/>
                    <a:pt x="96" y="49"/>
                    <a:pt x="92" y="49"/>
                  </a:cubicBezTo>
                  <a:cubicBezTo>
                    <a:pt x="92" y="51"/>
                    <a:pt x="92" y="51"/>
                    <a:pt x="87" y="59"/>
                  </a:cubicBezTo>
                  <a:cubicBezTo>
                    <a:pt x="88" y="59"/>
                    <a:pt x="88" y="59"/>
                    <a:pt x="89" y="59"/>
                  </a:cubicBezTo>
                  <a:cubicBezTo>
                    <a:pt x="88" y="60"/>
                    <a:pt x="88" y="60"/>
                    <a:pt x="87" y="60"/>
                  </a:cubicBezTo>
                  <a:cubicBezTo>
                    <a:pt x="87" y="60"/>
                    <a:pt x="88" y="60"/>
                    <a:pt x="88" y="61"/>
                  </a:cubicBezTo>
                  <a:cubicBezTo>
                    <a:pt x="90" y="61"/>
                    <a:pt x="91" y="59"/>
                    <a:pt x="92" y="58"/>
                  </a:cubicBezTo>
                  <a:cubicBezTo>
                    <a:pt x="98" y="57"/>
                    <a:pt x="98" y="59"/>
                    <a:pt x="98" y="67"/>
                  </a:cubicBezTo>
                  <a:cubicBezTo>
                    <a:pt x="98" y="67"/>
                    <a:pt x="98" y="67"/>
                    <a:pt x="99" y="6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9" name="Freeform 87">
              <a:extLst>
                <a:ext uri="{FF2B5EF4-FFF2-40B4-BE49-F238E27FC236}">
                  <a16:creationId xmlns:a16="http://schemas.microsoft.com/office/drawing/2014/main" id="{F2EC1E1E-4A75-461B-9D02-FBA8E8622D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5" y="933"/>
              <a:ext cx="31" cy="40"/>
            </a:xfrm>
            <a:custGeom>
              <a:avLst/>
              <a:gdLst>
                <a:gd name="T0" fmla="*/ 0 w 31"/>
                <a:gd name="T1" fmla="*/ 35 h 40"/>
                <a:gd name="T2" fmla="*/ 24 w 31"/>
                <a:gd name="T3" fmla="*/ 5 h 40"/>
                <a:gd name="T4" fmla="*/ 2 w 31"/>
                <a:gd name="T5" fmla="*/ 5 h 40"/>
                <a:gd name="T6" fmla="*/ 2 w 31"/>
                <a:gd name="T7" fmla="*/ 3 h 40"/>
                <a:gd name="T8" fmla="*/ 2 w 31"/>
                <a:gd name="T9" fmla="*/ 0 h 40"/>
                <a:gd name="T10" fmla="*/ 31 w 31"/>
                <a:gd name="T11" fmla="*/ 0 h 40"/>
                <a:gd name="T12" fmla="*/ 31 w 31"/>
                <a:gd name="T13" fmla="*/ 3 h 40"/>
                <a:gd name="T14" fmla="*/ 31 w 31"/>
                <a:gd name="T15" fmla="*/ 5 h 40"/>
                <a:gd name="T16" fmla="*/ 6 w 31"/>
                <a:gd name="T17" fmla="*/ 35 h 40"/>
                <a:gd name="T18" fmla="*/ 31 w 31"/>
                <a:gd name="T19" fmla="*/ 35 h 40"/>
                <a:gd name="T20" fmla="*/ 31 w 31"/>
                <a:gd name="T21" fmla="*/ 37 h 40"/>
                <a:gd name="T22" fmla="*/ 31 w 31"/>
                <a:gd name="T23" fmla="*/ 40 h 40"/>
                <a:gd name="T24" fmla="*/ 0 w 31"/>
                <a:gd name="T25" fmla="*/ 40 h 40"/>
                <a:gd name="T26" fmla="*/ 0 w 31"/>
                <a:gd name="T27" fmla="*/ 37 h 40"/>
                <a:gd name="T28" fmla="*/ 0 w 31"/>
                <a:gd name="T29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0" y="35"/>
                  </a:moveTo>
                  <a:lnTo>
                    <a:pt x="24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6" y="35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0" name="Freeform 88">
              <a:extLst>
                <a:ext uri="{FF2B5EF4-FFF2-40B4-BE49-F238E27FC236}">
                  <a16:creationId xmlns:a16="http://schemas.microsoft.com/office/drawing/2014/main" id="{DB7E826D-636D-40B7-857D-408BE8B4C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933"/>
              <a:ext cx="31" cy="40"/>
            </a:xfrm>
            <a:custGeom>
              <a:avLst/>
              <a:gdLst>
                <a:gd name="T0" fmla="*/ 0 w 31"/>
                <a:gd name="T1" fmla="*/ 0 h 40"/>
                <a:gd name="T2" fmla="*/ 2 w 31"/>
                <a:gd name="T3" fmla="*/ 0 h 40"/>
                <a:gd name="T4" fmla="*/ 5 w 31"/>
                <a:gd name="T5" fmla="*/ 0 h 40"/>
                <a:gd name="T6" fmla="*/ 5 w 31"/>
                <a:gd name="T7" fmla="*/ 16 h 40"/>
                <a:gd name="T8" fmla="*/ 26 w 31"/>
                <a:gd name="T9" fmla="*/ 16 h 40"/>
                <a:gd name="T10" fmla="*/ 26 w 31"/>
                <a:gd name="T11" fmla="*/ 0 h 40"/>
                <a:gd name="T12" fmla="*/ 28 w 31"/>
                <a:gd name="T13" fmla="*/ 0 h 40"/>
                <a:gd name="T14" fmla="*/ 31 w 31"/>
                <a:gd name="T15" fmla="*/ 0 h 40"/>
                <a:gd name="T16" fmla="*/ 31 w 31"/>
                <a:gd name="T17" fmla="*/ 40 h 40"/>
                <a:gd name="T18" fmla="*/ 28 w 31"/>
                <a:gd name="T19" fmla="*/ 40 h 40"/>
                <a:gd name="T20" fmla="*/ 26 w 31"/>
                <a:gd name="T21" fmla="*/ 40 h 40"/>
                <a:gd name="T22" fmla="*/ 26 w 31"/>
                <a:gd name="T23" fmla="*/ 21 h 40"/>
                <a:gd name="T24" fmla="*/ 5 w 31"/>
                <a:gd name="T25" fmla="*/ 21 h 40"/>
                <a:gd name="T26" fmla="*/ 5 w 31"/>
                <a:gd name="T27" fmla="*/ 40 h 40"/>
                <a:gd name="T28" fmla="*/ 2 w 31"/>
                <a:gd name="T29" fmla="*/ 40 h 40"/>
                <a:gd name="T30" fmla="*/ 0 w 31"/>
                <a:gd name="T31" fmla="*/ 40 h 40"/>
                <a:gd name="T32" fmla="*/ 0 w 31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16"/>
                  </a:lnTo>
                  <a:lnTo>
                    <a:pt x="26" y="16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21"/>
                  </a:lnTo>
                  <a:lnTo>
                    <a:pt x="5" y="2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4A2C7FF0-E099-4CB6-89FC-0C752C8A0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3" y="933"/>
              <a:ext cx="29" cy="40"/>
            </a:xfrm>
            <a:custGeom>
              <a:avLst/>
              <a:gdLst>
                <a:gd name="T0" fmla="*/ 0 w 29"/>
                <a:gd name="T1" fmla="*/ 40 h 40"/>
                <a:gd name="T2" fmla="*/ 0 w 29"/>
                <a:gd name="T3" fmla="*/ 0 h 40"/>
                <a:gd name="T4" fmla="*/ 29 w 29"/>
                <a:gd name="T5" fmla="*/ 0 h 40"/>
                <a:gd name="T6" fmla="*/ 29 w 29"/>
                <a:gd name="T7" fmla="*/ 3 h 40"/>
                <a:gd name="T8" fmla="*/ 29 w 29"/>
                <a:gd name="T9" fmla="*/ 5 h 40"/>
                <a:gd name="T10" fmla="*/ 6 w 29"/>
                <a:gd name="T11" fmla="*/ 5 h 40"/>
                <a:gd name="T12" fmla="*/ 6 w 29"/>
                <a:gd name="T13" fmla="*/ 16 h 40"/>
                <a:gd name="T14" fmla="*/ 27 w 29"/>
                <a:gd name="T15" fmla="*/ 16 h 40"/>
                <a:gd name="T16" fmla="*/ 27 w 29"/>
                <a:gd name="T17" fmla="*/ 19 h 40"/>
                <a:gd name="T18" fmla="*/ 27 w 29"/>
                <a:gd name="T19" fmla="*/ 21 h 40"/>
                <a:gd name="T20" fmla="*/ 6 w 29"/>
                <a:gd name="T21" fmla="*/ 21 h 40"/>
                <a:gd name="T22" fmla="*/ 6 w 29"/>
                <a:gd name="T23" fmla="*/ 35 h 40"/>
                <a:gd name="T24" fmla="*/ 29 w 29"/>
                <a:gd name="T25" fmla="*/ 35 h 40"/>
                <a:gd name="T26" fmla="*/ 29 w 29"/>
                <a:gd name="T27" fmla="*/ 37 h 40"/>
                <a:gd name="T28" fmla="*/ 29 w 29"/>
                <a:gd name="T29" fmla="*/ 40 h 40"/>
                <a:gd name="T30" fmla="*/ 0 w 29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lnTo>
                    <a:pt x="0" y="0"/>
                  </a:lnTo>
                  <a:lnTo>
                    <a:pt x="29" y="0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29" y="35"/>
                  </a:lnTo>
                  <a:lnTo>
                    <a:pt x="29" y="37"/>
                  </a:lnTo>
                  <a:lnTo>
                    <a:pt x="29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2" name="Freeform 90">
              <a:extLst>
                <a:ext uri="{FF2B5EF4-FFF2-40B4-BE49-F238E27FC236}">
                  <a16:creationId xmlns:a16="http://schemas.microsoft.com/office/drawing/2014/main" id="{72A14B52-FCF5-439F-8F7A-307EB1FB6C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2" y="933"/>
              <a:ext cx="22" cy="40"/>
            </a:xfrm>
            <a:custGeom>
              <a:avLst/>
              <a:gdLst>
                <a:gd name="T0" fmla="*/ 14 w 18"/>
                <a:gd name="T1" fmla="*/ 0 h 32"/>
                <a:gd name="T2" fmla="*/ 16 w 18"/>
                <a:gd name="T3" fmla="*/ 0 h 32"/>
                <a:gd name="T4" fmla="*/ 18 w 18"/>
                <a:gd name="T5" fmla="*/ 0 h 32"/>
                <a:gd name="T6" fmla="*/ 18 w 18"/>
                <a:gd name="T7" fmla="*/ 23 h 32"/>
                <a:gd name="T8" fmla="*/ 16 w 18"/>
                <a:gd name="T9" fmla="*/ 30 h 32"/>
                <a:gd name="T10" fmla="*/ 9 w 18"/>
                <a:gd name="T11" fmla="*/ 32 h 32"/>
                <a:gd name="T12" fmla="*/ 2 w 18"/>
                <a:gd name="T13" fmla="*/ 30 h 32"/>
                <a:gd name="T14" fmla="*/ 0 w 18"/>
                <a:gd name="T15" fmla="*/ 23 h 32"/>
                <a:gd name="T16" fmla="*/ 0 w 18"/>
                <a:gd name="T17" fmla="*/ 21 h 32"/>
                <a:gd name="T18" fmla="*/ 4 w 18"/>
                <a:gd name="T19" fmla="*/ 21 h 32"/>
                <a:gd name="T20" fmla="*/ 4 w 18"/>
                <a:gd name="T21" fmla="*/ 23 h 32"/>
                <a:gd name="T22" fmla="*/ 6 w 18"/>
                <a:gd name="T23" fmla="*/ 27 h 32"/>
                <a:gd name="T24" fmla="*/ 9 w 18"/>
                <a:gd name="T25" fmla="*/ 29 h 32"/>
                <a:gd name="T26" fmla="*/ 13 w 18"/>
                <a:gd name="T27" fmla="*/ 27 h 32"/>
                <a:gd name="T28" fmla="*/ 14 w 18"/>
                <a:gd name="T29" fmla="*/ 23 h 32"/>
                <a:gd name="T30" fmla="*/ 14 w 18"/>
                <a:gd name="T3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32">
                  <a:moveTo>
                    <a:pt x="1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6"/>
                    <a:pt x="18" y="28"/>
                    <a:pt x="16" y="30"/>
                  </a:cubicBezTo>
                  <a:cubicBezTo>
                    <a:pt x="14" y="32"/>
                    <a:pt x="12" y="32"/>
                    <a:pt x="9" y="32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5"/>
                    <a:pt x="5" y="26"/>
                    <a:pt x="6" y="27"/>
                  </a:cubicBezTo>
                  <a:cubicBezTo>
                    <a:pt x="6" y="28"/>
                    <a:pt x="8" y="29"/>
                    <a:pt x="9" y="29"/>
                  </a:cubicBezTo>
                  <a:cubicBezTo>
                    <a:pt x="11" y="29"/>
                    <a:pt x="12" y="28"/>
                    <a:pt x="13" y="27"/>
                  </a:cubicBezTo>
                  <a:cubicBezTo>
                    <a:pt x="14" y="26"/>
                    <a:pt x="14" y="24"/>
                    <a:pt x="14" y="23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3" name="Freeform 91">
              <a:extLst>
                <a:ext uri="{FF2B5EF4-FFF2-40B4-BE49-F238E27FC236}">
                  <a16:creationId xmlns:a16="http://schemas.microsoft.com/office/drawing/2014/main" id="{210DDF3A-7FB1-455B-83D3-6853374F93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9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3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3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4" name="Freeform 92">
              <a:extLst>
                <a:ext uri="{FF2B5EF4-FFF2-40B4-BE49-F238E27FC236}">
                  <a16:creationId xmlns:a16="http://schemas.microsoft.com/office/drawing/2014/main" id="{D8FBA249-873A-420A-8F92-6795A43C93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" y="933"/>
              <a:ext cx="36" cy="40"/>
            </a:xfrm>
            <a:custGeom>
              <a:avLst/>
              <a:gdLst>
                <a:gd name="T0" fmla="*/ 15 w 36"/>
                <a:gd name="T1" fmla="*/ 0 h 40"/>
                <a:gd name="T2" fmla="*/ 19 w 36"/>
                <a:gd name="T3" fmla="*/ 0 h 40"/>
                <a:gd name="T4" fmla="*/ 21 w 36"/>
                <a:gd name="T5" fmla="*/ 0 h 40"/>
                <a:gd name="T6" fmla="*/ 36 w 36"/>
                <a:gd name="T7" fmla="*/ 40 h 40"/>
                <a:gd name="T8" fmla="*/ 33 w 36"/>
                <a:gd name="T9" fmla="*/ 40 h 40"/>
                <a:gd name="T10" fmla="*/ 30 w 36"/>
                <a:gd name="T11" fmla="*/ 40 h 40"/>
                <a:gd name="T12" fmla="*/ 26 w 36"/>
                <a:gd name="T13" fmla="*/ 27 h 40"/>
                <a:gd name="T14" fmla="*/ 10 w 36"/>
                <a:gd name="T15" fmla="*/ 27 h 40"/>
                <a:gd name="T16" fmla="*/ 7 w 36"/>
                <a:gd name="T17" fmla="*/ 40 h 40"/>
                <a:gd name="T18" fmla="*/ 4 w 36"/>
                <a:gd name="T19" fmla="*/ 40 h 40"/>
                <a:gd name="T20" fmla="*/ 0 w 36"/>
                <a:gd name="T21" fmla="*/ 40 h 40"/>
                <a:gd name="T22" fmla="*/ 15 w 36"/>
                <a:gd name="T23" fmla="*/ 0 h 40"/>
                <a:gd name="T24" fmla="*/ 12 w 36"/>
                <a:gd name="T25" fmla="*/ 24 h 40"/>
                <a:gd name="T26" fmla="*/ 24 w 36"/>
                <a:gd name="T27" fmla="*/ 24 h 40"/>
                <a:gd name="T28" fmla="*/ 19 w 36"/>
                <a:gd name="T29" fmla="*/ 5 h 40"/>
                <a:gd name="T30" fmla="*/ 19 w 36"/>
                <a:gd name="T31" fmla="*/ 5 h 40"/>
                <a:gd name="T32" fmla="*/ 12 w 36"/>
                <a:gd name="T33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40">
                  <a:moveTo>
                    <a:pt x="15" y="0"/>
                  </a:moveTo>
                  <a:lnTo>
                    <a:pt x="19" y="0"/>
                  </a:lnTo>
                  <a:lnTo>
                    <a:pt x="21" y="0"/>
                  </a:lnTo>
                  <a:lnTo>
                    <a:pt x="36" y="40"/>
                  </a:lnTo>
                  <a:lnTo>
                    <a:pt x="33" y="40"/>
                  </a:lnTo>
                  <a:lnTo>
                    <a:pt x="30" y="40"/>
                  </a:lnTo>
                  <a:lnTo>
                    <a:pt x="26" y="27"/>
                  </a:lnTo>
                  <a:lnTo>
                    <a:pt x="10" y="27"/>
                  </a:lnTo>
                  <a:lnTo>
                    <a:pt x="7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15" y="0"/>
                  </a:lnTo>
                  <a:close/>
                  <a:moveTo>
                    <a:pt x="12" y="24"/>
                  </a:moveTo>
                  <a:lnTo>
                    <a:pt x="24" y="2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5" name="Freeform 93">
              <a:extLst>
                <a:ext uri="{FF2B5EF4-FFF2-40B4-BE49-F238E27FC236}">
                  <a16:creationId xmlns:a16="http://schemas.microsoft.com/office/drawing/2014/main" id="{721B5B9A-3D91-4F40-B602-9C38F08BF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1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3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4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9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9 w 31"/>
                <a:gd name="T23" fmla="*/ 40 h 40"/>
                <a:gd name="T24" fmla="*/ 26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9" y="40"/>
                  </a:lnTo>
                  <a:lnTo>
                    <a:pt x="26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6" name="Freeform 94">
              <a:extLst>
                <a:ext uri="{FF2B5EF4-FFF2-40B4-BE49-F238E27FC236}">
                  <a16:creationId xmlns:a16="http://schemas.microsoft.com/office/drawing/2014/main" id="{920685BB-4B2A-4121-BE0E-CB335C38F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932"/>
              <a:ext cx="36" cy="41"/>
            </a:xfrm>
            <a:custGeom>
              <a:avLst/>
              <a:gdLst>
                <a:gd name="T0" fmla="*/ 15 w 29"/>
                <a:gd name="T1" fmla="*/ 33 h 33"/>
                <a:gd name="T2" fmla="*/ 4 w 29"/>
                <a:gd name="T3" fmla="*/ 29 h 33"/>
                <a:gd name="T4" fmla="*/ 0 w 29"/>
                <a:gd name="T5" fmla="*/ 17 h 33"/>
                <a:gd name="T6" fmla="*/ 4 w 29"/>
                <a:gd name="T7" fmla="*/ 5 h 33"/>
                <a:gd name="T8" fmla="*/ 15 w 29"/>
                <a:gd name="T9" fmla="*/ 0 h 33"/>
                <a:gd name="T10" fmla="*/ 24 w 29"/>
                <a:gd name="T11" fmla="*/ 3 h 33"/>
                <a:gd name="T12" fmla="*/ 28 w 29"/>
                <a:gd name="T13" fmla="*/ 10 h 33"/>
                <a:gd name="T14" fmla="*/ 24 w 29"/>
                <a:gd name="T15" fmla="*/ 10 h 33"/>
                <a:gd name="T16" fmla="*/ 21 w 29"/>
                <a:gd name="T17" fmla="*/ 5 h 33"/>
                <a:gd name="T18" fmla="*/ 15 w 29"/>
                <a:gd name="T19" fmla="*/ 4 h 33"/>
                <a:gd name="T20" fmla="*/ 7 w 29"/>
                <a:gd name="T21" fmla="*/ 7 h 33"/>
                <a:gd name="T22" fmla="*/ 4 w 29"/>
                <a:gd name="T23" fmla="*/ 17 h 33"/>
                <a:gd name="T24" fmla="*/ 7 w 29"/>
                <a:gd name="T25" fmla="*/ 26 h 33"/>
                <a:gd name="T26" fmla="*/ 15 w 29"/>
                <a:gd name="T27" fmla="*/ 30 h 33"/>
                <a:gd name="T28" fmla="*/ 23 w 29"/>
                <a:gd name="T29" fmla="*/ 26 h 33"/>
                <a:gd name="T30" fmla="*/ 24 w 29"/>
                <a:gd name="T31" fmla="*/ 25 h 33"/>
                <a:gd name="T32" fmla="*/ 25 w 29"/>
                <a:gd name="T33" fmla="*/ 23 h 33"/>
                <a:gd name="T34" fmla="*/ 25 w 29"/>
                <a:gd name="T35" fmla="*/ 20 h 33"/>
                <a:gd name="T36" fmla="*/ 25 w 29"/>
                <a:gd name="T37" fmla="*/ 19 h 33"/>
                <a:gd name="T38" fmla="*/ 15 w 29"/>
                <a:gd name="T39" fmla="*/ 19 h 33"/>
                <a:gd name="T40" fmla="*/ 15 w 29"/>
                <a:gd name="T41" fmla="*/ 16 h 33"/>
                <a:gd name="T42" fmla="*/ 29 w 29"/>
                <a:gd name="T43" fmla="*/ 16 h 33"/>
                <a:gd name="T44" fmla="*/ 29 w 29"/>
                <a:gd name="T45" fmla="*/ 32 h 33"/>
                <a:gd name="T46" fmla="*/ 26 w 29"/>
                <a:gd name="T47" fmla="*/ 32 h 33"/>
                <a:gd name="T48" fmla="*/ 25 w 29"/>
                <a:gd name="T49" fmla="*/ 28 h 33"/>
                <a:gd name="T50" fmla="*/ 25 w 29"/>
                <a:gd name="T51" fmla="*/ 29 h 33"/>
                <a:gd name="T52" fmla="*/ 15 w 29"/>
                <a:gd name="T5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3">
                  <a:moveTo>
                    <a:pt x="15" y="33"/>
                  </a:moveTo>
                  <a:cubicBezTo>
                    <a:pt x="10" y="33"/>
                    <a:pt x="7" y="32"/>
                    <a:pt x="4" y="29"/>
                  </a:cubicBezTo>
                  <a:cubicBezTo>
                    <a:pt x="1" y="26"/>
                    <a:pt x="0" y="22"/>
                    <a:pt x="0" y="17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1"/>
                    <a:pt x="10" y="0"/>
                    <a:pt x="15" y="0"/>
                  </a:cubicBezTo>
                  <a:cubicBezTo>
                    <a:pt x="18" y="0"/>
                    <a:pt x="21" y="1"/>
                    <a:pt x="24" y="3"/>
                  </a:cubicBezTo>
                  <a:cubicBezTo>
                    <a:pt x="26" y="5"/>
                    <a:pt x="28" y="7"/>
                    <a:pt x="28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8"/>
                    <a:pt x="23" y="7"/>
                    <a:pt x="21" y="5"/>
                  </a:cubicBezTo>
                  <a:cubicBezTo>
                    <a:pt x="19" y="4"/>
                    <a:pt x="17" y="4"/>
                    <a:pt x="15" y="4"/>
                  </a:cubicBez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1"/>
                    <a:pt x="5" y="24"/>
                    <a:pt x="7" y="26"/>
                  </a:cubicBezTo>
                  <a:cubicBezTo>
                    <a:pt x="9" y="29"/>
                    <a:pt x="12" y="30"/>
                    <a:pt x="15" y="30"/>
                  </a:cubicBezTo>
                  <a:cubicBezTo>
                    <a:pt x="18" y="30"/>
                    <a:pt x="21" y="29"/>
                    <a:pt x="23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4" y="24"/>
                    <a:pt x="24" y="24"/>
                    <a:pt x="25" y="23"/>
                  </a:cubicBezTo>
                  <a:cubicBezTo>
                    <a:pt x="25" y="22"/>
                    <a:pt x="25" y="21"/>
                    <a:pt x="25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2" y="32"/>
                    <a:pt x="19" y="33"/>
                    <a:pt x="15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7" name="Freeform 95">
              <a:extLst>
                <a:ext uri="{FF2B5EF4-FFF2-40B4-BE49-F238E27FC236}">
                  <a16:creationId xmlns:a16="http://schemas.microsoft.com/office/drawing/2014/main" id="{6B6540AF-832C-47B2-9EC6-335A1E45BD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60" y="933"/>
              <a:ext cx="31" cy="40"/>
            </a:xfrm>
            <a:custGeom>
              <a:avLst/>
              <a:gdLst>
                <a:gd name="T0" fmla="*/ 25 w 25"/>
                <a:gd name="T1" fmla="*/ 20 h 32"/>
                <a:gd name="T2" fmla="*/ 21 w 25"/>
                <a:gd name="T3" fmla="*/ 29 h 32"/>
                <a:gd name="T4" fmla="*/ 12 w 25"/>
                <a:gd name="T5" fmla="*/ 32 h 32"/>
                <a:gd name="T6" fmla="*/ 3 w 25"/>
                <a:gd name="T7" fmla="*/ 29 h 32"/>
                <a:gd name="T8" fmla="*/ 0 w 25"/>
                <a:gd name="T9" fmla="*/ 20 h 32"/>
                <a:gd name="T10" fmla="*/ 0 w 25"/>
                <a:gd name="T11" fmla="*/ 0 h 32"/>
                <a:gd name="T12" fmla="*/ 2 w 25"/>
                <a:gd name="T13" fmla="*/ 0 h 32"/>
                <a:gd name="T14" fmla="*/ 4 w 25"/>
                <a:gd name="T15" fmla="*/ 0 h 32"/>
                <a:gd name="T16" fmla="*/ 4 w 25"/>
                <a:gd name="T17" fmla="*/ 20 h 32"/>
                <a:gd name="T18" fmla="*/ 6 w 25"/>
                <a:gd name="T19" fmla="*/ 26 h 32"/>
                <a:gd name="T20" fmla="*/ 12 w 25"/>
                <a:gd name="T21" fmla="*/ 29 h 32"/>
                <a:gd name="T22" fmla="*/ 18 w 25"/>
                <a:gd name="T23" fmla="*/ 26 h 32"/>
                <a:gd name="T24" fmla="*/ 20 w 25"/>
                <a:gd name="T25" fmla="*/ 20 h 32"/>
                <a:gd name="T26" fmla="*/ 20 w 25"/>
                <a:gd name="T27" fmla="*/ 0 h 32"/>
                <a:gd name="T28" fmla="*/ 22 w 25"/>
                <a:gd name="T29" fmla="*/ 0 h 32"/>
                <a:gd name="T30" fmla="*/ 25 w 25"/>
                <a:gd name="T31" fmla="*/ 0 h 32"/>
                <a:gd name="T32" fmla="*/ 25 w 25"/>
                <a:gd name="T33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2">
                  <a:moveTo>
                    <a:pt x="25" y="20"/>
                  </a:moveTo>
                  <a:cubicBezTo>
                    <a:pt x="25" y="24"/>
                    <a:pt x="23" y="27"/>
                    <a:pt x="21" y="29"/>
                  </a:cubicBezTo>
                  <a:cubicBezTo>
                    <a:pt x="19" y="31"/>
                    <a:pt x="16" y="32"/>
                    <a:pt x="12" y="32"/>
                  </a:cubicBezTo>
                  <a:cubicBezTo>
                    <a:pt x="8" y="32"/>
                    <a:pt x="5" y="31"/>
                    <a:pt x="3" y="29"/>
                  </a:cubicBezTo>
                  <a:cubicBezTo>
                    <a:pt x="1" y="27"/>
                    <a:pt x="0" y="24"/>
                    <a:pt x="0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3"/>
                    <a:pt x="5" y="25"/>
                    <a:pt x="6" y="26"/>
                  </a:cubicBezTo>
                  <a:cubicBezTo>
                    <a:pt x="7" y="28"/>
                    <a:pt x="9" y="29"/>
                    <a:pt x="12" y="29"/>
                  </a:cubicBezTo>
                  <a:cubicBezTo>
                    <a:pt x="15" y="29"/>
                    <a:pt x="17" y="28"/>
                    <a:pt x="18" y="26"/>
                  </a:cubicBezTo>
                  <a:cubicBezTo>
                    <a:pt x="20" y="25"/>
                    <a:pt x="20" y="23"/>
                    <a:pt x="20" y="2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8" name="Freeform 96">
              <a:extLst>
                <a:ext uri="{FF2B5EF4-FFF2-40B4-BE49-F238E27FC236}">
                  <a16:creationId xmlns:a16="http://schemas.microsoft.com/office/drawing/2014/main" id="{588ED9FE-724F-427D-86C5-C3B3FE659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06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2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2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8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8 w 31"/>
                <a:gd name="T23" fmla="*/ 40 h 40"/>
                <a:gd name="T24" fmla="*/ 25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5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9" name="Freeform 97">
              <a:extLst>
                <a:ext uri="{FF2B5EF4-FFF2-40B4-BE49-F238E27FC236}">
                  <a16:creationId xmlns:a16="http://schemas.microsoft.com/office/drawing/2014/main" id="{6B341F3B-45D5-464B-926B-23F379D9D5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2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0" name="Freeform 98">
              <a:extLst>
                <a:ext uri="{FF2B5EF4-FFF2-40B4-BE49-F238E27FC236}">
                  <a16:creationId xmlns:a16="http://schemas.microsoft.com/office/drawing/2014/main" id="{A675F9CE-73F1-4F07-AEDB-430F25BAF2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7" y="933"/>
              <a:ext cx="34" cy="40"/>
            </a:xfrm>
            <a:custGeom>
              <a:avLst/>
              <a:gdLst>
                <a:gd name="T0" fmla="*/ 0 w 34"/>
                <a:gd name="T1" fmla="*/ 0 h 40"/>
                <a:gd name="T2" fmla="*/ 3 w 34"/>
                <a:gd name="T3" fmla="*/ 0 h 40"/>
                <a:gd name="T4" fmla="*/ 6 w 34"/>
                <a:gd name="T5" fmla="*/ 0 h 40"/>
                <a:gd name="T6" fmla="*/ 17 w 34"/>
                <a:gd name="T7" fmla="*/ 34 h 40"/>
                <a:gd name="T8" fmla="*/ 17 w 34"/>
                <a:gd name="T9" fmla="*/ 34 h 40"/>
                <a:gd name="T10" fmla="*/ 28 w 34"/>
                <a:gd name="T11" fmla="*/ 0 h 40"/>
                <a:gd name="T12" fmla="*/ 32 w 34"/>
                <a:gd name="T13" fmla="*/ 0 h 40"/>
                <a:gd name="T14" fmla="*/ 34 w 34"/>
                <a:gd name="T15" fmla="*/ 0 h 40"/>
                <a:gd name="T16" fmla="*/ 21 w 34"/>
                <a:gd name="T17" fmla="*/ 40 h 40"/>
                <a:gd name="T18" fmla="*/ 17 w 34"/>
                <a:gd name="T19" fmla="*/ 40 h 40"/>
                <a:gd name="T20" fmla="*/ 15 w 34"/>
                <a:gd name="T21" fmla="*/ 40 h 40"/>
                <a:gd name="T22" fmla="*/ 0 w 34"/>
                <a:gd name="T2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" h="40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1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1" name="Freeform 99">
              <a:extLst>
                <a:ext uri="{FF2B5EF4-FFF2-40B4-BE49-F238E27FC236}">
                  <a16:creationId xmlns:a16="http://schemas.microsoft.com/office/drawing/2014/main" id="{3BF318CA-8EFA-438F-9DBD-429F10DFC5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1" y="933"/>
              <a:ext cx="30" cy="40"/>
            </a:xfrm>
            <a:custGeom>
              <a:avLst/>
              <a:gdLst>
                <a:gd name="T0" fmla="*/ 0 w 30"/>
                <a:gd name="T1" fmla="*/ 40 h 40"/>
                <a:gd name="T2" fmla="*/ 0 w 30"/>
                <a:gd name="T3" fmla="*/ 0 h 40"/>
                <a:gd name="T4" fmla="*/ 30 w 30"/>
                <a:gd name="T5" fmla="*/ 0 h 40"/>
                <a:gd name="T6" fmla="*/ 30 w 30"/>
                <a:gd name="T7" fmla="*/ 3 h 40"/>
                <a:gd name="T8" fmla="*/ 30 w 30"/>
                <a:gd name="T9" fmla="*/ 5 h 40"/>
                <a:gd name="T10" fmla="*/ 6 w 30"/>
                <a:gd name="T11" fmla="*/ 5 h 40"/>
                <a:gd name="T12" fmla="*/ 6 w 30"/>
                <a:gd name="T13" fmla="*/ 16 h 40"/>
                <a:gd name="T14" fmla="*/ 27 w 30"/>
                <a:gd name="T15" fmla="*/ 16 h 40"/>
                <a:gd name="T16" fmla="*/ 27 w 30"/>
                <a:gd name="T17" fmla="*/ 19 h 40"/>
                <a:gd name="T18" fmla="*/ 27 w 30"/>
                <a:gd name="T19" fmla="*/ 21 h 40"/>
                <a:gd name="T20" fmla="*/ 6 w 30"/>
                <a:gd name="T21" fmla="*/ 21 h 40"/>
                <a:gd name="T22" fmla="*/ 6 w 30"/>
                <a:gd name="T23" fmla="*/ 35 h 40"/>
                <a:gd name="T24" fmla="*/ 30 w 30"/>
                <a:gd name="T25" fmla="*/ 35 h 40"/>
                <a:gd name="T26" fmla="*/ 30 w 30"/>
                <a:gd name="T27" fmla="*/ 37 h 40"/>
                <a:gd name="T28" fmla="*/ 30 w 30"/>
                <a:gd name="T29" fmla="*/ 40 h 40"/>
                <a:gd name="T30" fmla="*/ 0 w 30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40">
                  <a:moveTo>
                    <a:pt x="0" y="40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30" y="35"/>
                  </a:lnTo>
                  <a:lnTo>
                    <a:pt x="30" y="37"/>
                  </a:lnTo>
                  <a:lnTo>
                    <a:pt x="30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2" name="Freeform 100">
              <a:extLst>
                <a:ext uri="{FF2B5EF4-FFF2-40B4-BE49-F238E27FC236}">
                  <a16:creationId xmlns:a16="http://schemas.microsoft.com/office/drawing/2014/main" id="{9077264B-7436-45B4-917D-4AE2F59543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55" y="933"/>
              <a:ext cx="33" cy="40"/>
            </a:xfrm>
            <a:custGeom>
              <a:avLst/>
              <a:gdLst>
                <a:gd name="T0" fmla="*/ 0 w 27"/>
                <a:gd name="T1" fmla="*/ 0 h 32"/>
                <a:gd name="T2" fmla="*/ 2 w 27"/>
                <a:gd name="T3" fmla="*/ 0 h 32"/>
                <a:gd name="T4" fmla="*/ 15 w 27"/>
                <a:gd name="T5" fmla="*/ 0 h 32"/>
                <a:gd name="T6" fmla="*/ 23 w 27"/>
                <a:gd name="T7" fmla="*/ 2 h 32"/>
                <a:gd name="T8" fmla="*/ 25 w 27"/>
                <a:gd name="T9" fmla="*/ 8 h 32"/>
                <a:gd name="T10" fmla="*/ 23 w 27"/>
                <a:gd name="T11" fmla="*/ 15 h 32"/>
                <a:gd name="T12" fmla="*/ 21 w 27"/>
                <a:gd name="T13" fmla="*/ 16 h 32"/>
                <a:gd name="T14" fmla="*/ 22 w 27"/>
                <a:gd name="T15" fmla="*/ 16 h 32"/>
                <a:gd name="T16" fmla="*/ 25 w 27"/>
                <a:gd name="T17" fmla="*/ 22 h 32"/>
                <a:gd name="T18" fmla="*/ 25 w 27"/>
                <a:gd name="T19" fmla="*/ 28 h 32"/>
                <a:gd name="T20" fmla="*/ 25 w 27"/>
                <a:gd name="T21" fmla="*/ 30 h 32"/>
                <a:gd name="T22" fmla="*/ 27 w 27"/>
                <a:gd name="T23" fmla="*/ 31 h 32"/>
                <a:gd name="T24" fmla="*/ 27 w 27"/>
                <a:gd name="T25" fmla="*/ 31 h 32"/>
                <a:gd name="T26" fmla="*/ 21 w 27"/>
                <a:gd name="T27" fmla="*/ 31 h 32"/>
                <a:gd name="T28" fmla="*/ 21 w 27"/>
                <a:gd name="T29" fmla="*/ 29 h 32"/>
                <a:gd name="T30" fmla="*/ 21 w 27"/>
                <a:gd name="T31" fmla="*/ 26 h 32"/>
                <a:gd name="T32" fmla="*/ 21 w 27"/>
                <a:gd name="T33" fmla="*/ 23 h 32"/>
                <a:gd name="T34" fmla="*/ 19 w 27"/>
                <a:gd name="T35" fmla="*/ 19 h 32"/>
                <a:gd name="T36" fmla="*/ 15 w 27"/>
                <a:gd name="T37" fmla="*/ 18 h 32"/>
                <a:gd name="T38" fmla="*/ 4 w 27"/>
                <a:gd name="T39" fmla="*/ 18 h 32"/>
                <a:gd name="T40" fmla="*/ 4 w 27"/>
                <a:gd name="T41" fmla="*/ 32 h 32"/>
                <a:gd name="T42" fmla="*/ 2 w 27"/>
                <a:gd name="T43" fmla="*/ 32 h 32"/>
                <a:gd name="T44" fmla="*/ 0 w 27"/>
                <a:gd name="T45" fmla="*/ 32 h 32"/>
                <a:gd name="T46" fmla="*/ 0 w 27"/>
                <a:gd name="T47" fmla="*/ 0 h 32"/>
                <a:gd name="T48" fmla="*/ 4 w 27"/>
                <a:gd name="T49" fmla="*/ 14 h 32"/>
                <a:gd name="T50" fmla="*/ 15 w 27"/>
                <a:gd name="T51" fmla="*/ 14 h 32"/>
                <a:gd name="T52" fmla="*/ 19 w 27"/>
                <a:gd name="T53" fmla="*/ 13 h 32"/>
                <a:gd name="T54" fmla="*/ 21 w 27"/>
                <a:gd name="T55" fmla="*/ 9 h 32"/>
                <a:gd name="T56" fmla="*/ 19 w 27"/>
                <a:gd name="T57" fmla="*/ 5 h 32"/>
                <a:gd name="T58" fmla="*/ 15 w 27"/>
                <a:gd name="T59" fmla="*/ 3 h 32"/>
                <a:gd name="T60" fmla="*/ 4 w 27"/>
                <a:gd name="T61" fmla="*/ 3 h 32"/>
                <a:gd name="T62" fmla="*/ 4 w 27"/>
                <a:gd name="T63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" h="32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0"/>
                    <a:pt x="21" y="1"/>
                    <a:pt x="23" y="2"/>
                  </a:cubicBezTo>
                  <a:cubicBezTo>
                    <a:pt x="24" y="3"/>
                    <a:pt x="25" y="6"/>
                    <a:pt x="25" y="8"/>
                  </a:cubicBezTo>
                  <a:cubicBezTo>
                    <a:pt x="25" y="11"/>
                    <a:pt x="24" y="13"/>
                    <a:pt x="23" y="15"/>
                  </a:cubicBezTo>
                  <a:cubicBezTo>
                    <a:pt x="22" y="15"/>
                    <a:pt x="22" y="16"/>
                    <a:pt x="21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4" y="17"/>
                    <a:pt x="25" y="19"/>
                    <a:pt x="25" y="2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0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1" y="31"/>
                    <a:pt x="21" y="31"/>
                    <a:pt x="21" y="29"/>
                  </a:cubicBezTo>
                  <a:cubicBezTo>
                    <a:pt x="21" y="28"/>
                    <a:pt x="21" y="27"/>
                    <a:pt x="21" y="26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1"/>
                    <a:pt x="20" y="20"/>
                    <a:pt x="19" y="19"/>
                  </a:cubicBezTo>
                  <a:cubicBezTo>
                    <a:pt x="18" y="18"/>
                    <a:pt x="17" y="18"/>
                    <a:pt x="1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  <a:moveTo>
                    <a:pt x="4" y="14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9" y="14"/>
                    <a:pt x="19" y="13"/>
                  </a:cubicBezTo>
                  <a:cubicBezTo>
                    <a:pt x="20" y="12"/>
                    <a:pt x="21" y="11"/>
                    <a:pt x="21" y="9"/>
                  </a:cubicBezTo>
                  <a:cubicBezTo>
                    <a:pt x="21" y="7"/>
                    <a:pt x="20" y="5"/>
                    <a:pt x="19" y="5"/>
                  </a:cubicBezTo>
                  <a:cubicBezTo>
                    <a:pt x="18" y="4"/>
                    <a:pt x="17" y="3"/>
                    <a:pt x="15" y="3"/>
                  </a:cubicBezTo>
                  <a:cubicBezTo>
                    <a:pt x="4" y="3"/>
                    <a:pt x="4" y="3"/>
                    <a:pt x="4" y="3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3" name="Freeform 101">
              <a:extLst>
                <a:ext uri="{FF2B5EF4-FFF2-40B4-BE49-F238E27FC236}">
                  <a16:creationId xmlns:a16="http://schemas.microsoft.com/office/drawing/2014/main" id="{F8DF5FB6-E020-4BA0-9852-054D87A07B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932"/>
              <a:ext cx="31" cy="41"/>
            </a:xfrm>
            <a:custGeom>
              <a:avLst/>
              <a:gdLst>
                <a:gd name="T0" fmla="*/ 20 w 25"/>
                <a:gd name="T1" fmla="*/ 10 h 33"/>
                <a:gd name="T2" fmla="*/ 18 w 25"/>
                <a:gd name="T3" fmla="*/ 5 h 33"/>
                <a:gd name="T4" fmla="*/ 12 w 25"/>
                <a:gd name="T5" fmla="*/ 4 h 33"/>
                <a:gd name="T6" fmla="*/ 7 w 25"/>
                <a:gd name="T7" fmla="*/ 5 h 33"/>
                <a:gd name="T8" fmla="*/ 5 w 25"/>
                <a:gd name="T9" fmla="*/ 9 h 33"/>
                <a:gd name="T10" fmla="*/ 6 w 25"/>
                <a:gd name="T11" fmla="*/ 12 h 33"/>
                <a:gd name="T12" fmla="*/ 11 w 25"/>
                <a:gd name="T13" fmla="*/ 14 h 33"/>
                <a:gd name="T14" fmla="*/ 17 w 25"/>
                <a:gd name="T15" fmla="*/ 15 h 33"/>
                <a:gd name="T16" fmla="*/ 23 w 25"/>
                <a:gd name="T17" fmla="*/ 18 h 33"/>
                <a:gd name="T18" fmla="*/ 25 w 25"/>
                <a:gd name="T19" fmla="*/ 24 h 33"/>
                <a:gd name="T20" fmla="*/ 22 w 25"/>
                <a:gd name="T21" fmla="*/ 31 h 33"/>
                <a:gd name="T22" fmla="*/ 13 w 25"/>
                <a:gd name="T23" fmla="*/ 33 h 33"/>
                <a:gd name="T24" fmla="*/ 3 w 25"/>
                <a:gd name="T25" fmla="*/ 30 h 33"/>
                <a:gd name="T26" fmla="*/ 0 w 25"/>
                <a:gd name="T27" fmla="*/ 23 h 33"/>
                <a:gd name="T28" fmla="*/ 0 w 25"/>
                <a:gd name="T29" fmla="*/ 22 h 33"/>
                <a:gd name="T30" fmla="*/ 4 w 25"/>
                <a:gd name="T31" fmla="*/ 22 h 33"/>
                <a:gd name="T32" fmla="*/ 6 w 25"/>
                <a:gd name="T33" fmla="*/ 28 h 33"/>
                <a:gd name="T34" fmla="*/ 13 w 25"/>
                <a:gd name="T35" fmla="*/ 30 h 33"/>
                <a:gd name="T36" fmla="*/ 19 w 25"/>
                <a:gd name="T37" fmla="*/ 28 h 33"/>
                <a:gd name="T38" fmla="*/ 21 w 25"/>
                <a:gd name="T39" fmla="*/ 24 h 33"/>
                <a:gd name="T40" fmla="*/ 20 w 25"/>
                <a:gd name="T41" fmla="*/ 21 h 33"/>
                <a:gd name="T42" fmla="*/ 14 w 25"/>
                <a:gd name="T43" fmla="*/ 19 h 33"/>
                <a:gd name="T44" fmla="*/ 9 w 25"/>
                <a:gd name="T45" fmla="*/ 17 h 33"/>
                <a:gd name="T46" fmla="*/ 3 w 25"/>
                <a:gd name="T47" fmla="*/ 15 h 33"/>
                <a:gd name="T48" fmla="*/ 1 w 25"/>
                <a:gd name="T49" fmla="*/ 10 h 33"/>
                <a:gd name="T50" fmla="*/ 4 w 25"/>
                <a:gd name="T51" fmla="*/ 3 h 33"/>
                <a:gd name="T52" fmla="*/ 12 w 25"/>
                <a:gd name="T53" fmla="*/ 0 h 33"/>
                <a:gd name="T54" fmla="*/ 21 w 25"/>
                <a:gd name="T55" fmla="*/ 3 h 33"/>
                <a:gd name="T56" fmla="*/ 24 w 25"/>
                <a:gd name="T57" fmla="*/ 10 h 33"/>
                <a:gd name="T58" fmla="*/ 20 w 25"/>
                <a:gd name="T59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" h="33">
                  <a:moveTo>
                    <a:pt x="20" y="10"/>
                  </a:moveTo>
                  <a:cubicBezTo>
                    <a:pt x="20" y="8"/>
                    <a:pt x="19" y="6"/>
                    <a:pt x="18" y="5"/>
                  </a:cubicBezTo>
                  <a:cubicBezTo>
                    <a:pt x="17" y="4"/>
                    <a:pt x="15" y="4"/>
                    <a:pt x="12" y="4"/>
                  </a:cubicBezTo>
                  <a:cubicBezTo>
                    <a:pt x="10" y="4"/>
                    <a:pt x="8" y="4"/>
                    <a:pt x="7" y="5"/>
                  </a:cubicBezTo>
                  <a:cubicBezTo>
                    <a:pt x="6" y="6"/>
                    <a:pt x="5" y="7"/>
                    <a:pt x="5" y="9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7" y="13"/>
                    <a:pt x="9" y="13"/>
                    <a:pt x="11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20" y="16"/>
                    <a:pt x="22" y="17"/>
                    <a:pt x="23" y="18"/>
                  </a:cubicBezTo>
                  <a:cubicBezTo>
                    <a:pt x="24" y="20"/>
                    <a:pt x="25" y="22"/>
                    <a:pt x="25" y="24"/>
                  </a:cubicBezTo>
                  <a:cubicBezTo>
                    <a:pt x="25" y="27"/>
                    <a:pt x="24" y="29"/>
                    <a:pt x="22" y="31"/>
                  </a:cubicBezTo>
                  <a:cubicBezTo>
                    <a:pt x="20" y="33"/>
                    <a:pt x="17" y="33"/>
                    <a:pt x="13" y="33"/>
                  </a:cubicBezTo>
                  <a:cubicBezTo>
                    <a:pt x="9" y="33"/>
                    <a:pt x="5" y="32"/>
                    <a:pt x="3" y="30"/>
                  </a:cubicBezTo>
                  <a:cubicBezTo>
                    <a:pt x="1" y="29"/>
                    <a:pt x="0" y="26"/>
                    <a:pt x="0" y="2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5"/>
                    <a:pt x="5" y="26"/>
                    <a:pt x="6" y="28"/>
                  </a:cubicBezTo>
                  <a:cubicBezTo>
                    <a:pt x="8" y="29"/>
                    <a:pt x="10" y="30"/>
                    <a:pt x="13" y="30"/>
                  </a:cubicBezTo>
                  <a:cubicBezTo>
                    <a:pt x="15" y="30"/>
                    <a:pt x="17" y="29"/>
                    <a:pt x="19" y="28"/>
                  </a:cubicBezTo>
                  <a:cubicBezTo>
                    <a:pt x="20" y="27"/>
                    <a:pt x="21" y="26"/>
                    <a:pt x="21" y="24"/>
                  </a:cubicBezTo>
                  <a:cubicBezTo>
                    <a:pt x="21" y="23"/>
                    <a:pt x="20" y="22"/>
                    <a:pt x="20" y="21"/>
                  </a:cubicBezTo>
                  <a:cubicBezTo>
                    <a:pt x="19" y="20"/>
                    <a:pt x="17" y="19"/>
                    <a:pt x="14" y="19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6" y="17"/>
                    <a:pt x="4" y="16"/>
                    <a:pt x="3" y="15"/>
                  </a:cubicBezTo>
                  <a:cubicBezTo>
                    <a:pt x="1" y="14"/>
                    <a:pt x="1" y="12"/>
                    <a:pt x="1" y="10"/>
                  </a:cubicBezTo>
                  <a:cubicBezTo>
                    <a:pt x="1" y="7"/>
                    <a:pt x="2" y="4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3" y="4"/>
                    <a:pt x="24" y="7"/>
                    <a:pt x="24" y="1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4" name="Freeform 102">
              <a:extLst>
                <a:ext uri="{FF2B5EF4-FFF2-40B4-BE49-F238E27FC236}">
                  <a16:creationId xmlns:a16="http://schemas.microsoft.com/office/drawing/2014/main" id="{15D86F2D-B366-4E60-BB2F-800AEEBFC5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4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5" name="Freeform 103">
              <a:extLst>
                <a:ext uri="{FF2B5EF4-FFF2-40B4-BE49-F238E27FC236}">
                  <a16:creationId xmlns:a16="http://schemas.microsoft.com/office/drawing/2014/main" id="{F0F228B6-44B5-47E7-9063-1647A0746F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0" y="933"/>
              <a:ext cx="32" cy="40"/>
            </a:xfrm>
            <a:custGeom>
              <a:avLst/>
              <a:gdLst>
                <a:gd name="T0" fmla="*/ 13 w 32"/>
                <a:gd name="T1" fmla="*/ 5 h 40"/>
                <a:gd name="T2" fmla="*/ 0 w 32"/>
                <a:gd name="T3" fmla="*/ 5 h 40"/>
                <a:gd name="T4" fmla="*/ 0 w 32"/>
                <a:gd name="T5" fmla="*/ 3 h 40"/>
                <a:gd name="T6" fmla="*/ 0 w 32"/>
                <a:gd name="T7" fmla="*/ 0 h 40"/>
                <a:gd name="T8" fmla="*/ 32 w 32"/>
                <a:gd name="T9" fmla="*/ 0 h 40"/>
                <a:gd name="T10" fmla="*/ 32 w 32"/>
                <a:gd name="T11" fmla="*/ 3 h 40"/>
                <a:gd name="T12" fmla="*/ 32 w 32"/>
                <a:gd name="T13" fmla="*/ 5 h 40"/>
                <a:gd name="T14" fmla="*/ 18 w 32"/>
                <a:gd name="T15" fmla="*/ 5 h 40"/>
                <a:gd name="T16" fmla="*/ 18 w 32"/>
                <a:gd name="T17" fmla="*/ 40 h 40"/>
                <a:gd name="T18" fmla="*/ 16 w 32"/>
                <a:gd name="T19" fmla="*/ 40 h 40"/>
                <a:gd name="T20" fmla="*/ 13 w 32"/>
                <a:gd name="T21" fmla="*/ 40 h 40"/>
                <a:gd name="T22" fmla="*/ 13 w 32"/>
                <a:gd name="T2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40">
                  <a:moveTo>
                    <a:pt x="13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3"/>
                  </a:lnTo>
                  <a:lnTo>
                    <a:pt x="32" y="5"/>
                  </a:lnTo>
                  <a:lnTo>
                    <a:pt x="18" y="5"/>
                  </a:lnTo>
                  <a:lnTo>
                    <a:pt x="18" y="40"/>
                  </a:lnTo>
                  <a:lnTo>
                    <a:pt x="16" y="40"/>
                  </a:lnTo>
                  <a:lnTo>
                    <a:pt x="13" y="40"/>
                  </a:lnTo>
                  <a:lnTo>
                    <a:pt x="13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6" name="Freeform 104">
              <a:extLst>
                <a:ext uri="{FF2B5EF4-FFF2-40B4-BE49-F238E27FC236}">
                  <a16:creationId xmlns:a16="http://schemas.microsoft.com/office/drawing/2014/main" id="{05B41817-C9AC-4638-A15A-C65E648C89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1" y="933"/>
              <a:ext cx="34" cy="40"/>
            </a:xfrm>
            <a:custGeom>
              <a:avLst/>
              <a:gdLst>
                <a:gd name="T0" fmla="*/ 15 w 34"/>
                <a:gd name="T1" fmla="*/ 24 h 40"/>
                <a:gd name="T2" fmla="*/ 0 w 34"/>
                <a:gd name="T3" fmla="*/ 0 h 40"/>
                <a:gd name="T4" fmla="*/ 3 w 34"/>
                <a:gd name="T5" fmla="*/ 0 h 40"/>
                <a:gd name="T6" fmla="*/ 6 w 34"/>
                <a:gd name="T7" fmla="*/ 0 h 40"/>
                <a:gd name="T8" fmla="*/ 17 w 34"/>
                <a:gd name="T9" fmla="*/ 19 h 40"/>
                <a:gd name="T10" fmla="*/ 17 w 34"/>
                <a:gd name="T11" fmla="*/ 19 h 40"/>
                <a:gd name="T12" fmla="*/ 28 w 34"/>
                <a:gd name="T13" fmla="*/ 0 h 40"/>
                <a:gd name="T14" fmla="*/ 32 w 34"/>
                <a:gd name="T15" fmla="*/ 0 h 40"/>
                <a:gd name="T16" fmla="*/ 34 w 34"/>
                <a:gd name="T17" fmla="*/ 0 h 40"/>
                <a:gd name="T18" fmla="*/ 20 w 34"/>
                <a:gd name="T19" fmla="*/ 24 h 40"/>
                <a:gd name="T20" fmla="*/ 20 w 34"/>
                <a:gd name="T21" fmla="*/ 40 h 40"/>
                <a:gd name="T22" fmla="*/ 17 w 34"/>
                <a:gd name="T23" fmla="*/ 40 h 40"/>
                <a:gd name="T24" fmla="*/ 15 w 34"/>
                <a:gd name="T25" fmla="*/ 40 h 40"/>
                <a:gd name="T26" fmla="*/ 15 w 34"/>
                <a:gd name="T27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0">
                  <a:moveTo>
                    <a:pt x="15" y="24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6" y="0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0" y="24"/>
                  </a:lnTo>
                  <a:lnTo>
                    <a:pt x="20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15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7" name="Freeform 105">
              <a:extLst>
                <a:ext uri="{FF2B5EF4-FFF2-40B4-BE49-F238E27FC236}">
                  <a16:creationId xmlns:a16="http://schemas.microsoft.com/office/drawing/2014/main" id="{8D2C22D0-7B86-4535-83AD-2F518D99BB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4" y="660"/>
              <a:ext cx="350" cy="353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8" name="Freeform 106">
              <a:extLst>
                <a:ext uri="{FF2B5EF4-FFF2-40B4-BE49-F238E27FC236}">
                  <a16:creationId xmlns:a16="http://schemas.microsoft.com/office/drawing/2014/main" id="{934A150E-A3B3-4FC2-BFE5-A3977D9AD9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3" y="739"/>
              <a:ext cx="193" cy="17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9" name="Freeform 107">
              <a:extLst>
                <a:ext uri="{FF2B5EF4-FFF2-40B4-BE49-F238E27FC236}">
                  <a16:creationId xmlns:a16="http://schemas.microsoft.com/office/drawing/2014/main" id="{7EE6CE45-28C4-4F47-9729-2B0334E27C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" y="867"/>
              <a:ext cx="40" cy="29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0" name="Freeform 108">
              <a:extLst>
                <a:ext uri="{FF2B5EF4-FFF2-40B4-BE49-F238E27FC236}">
                  <a16:creationId xmlns:a16="http://schemas.microsoft.com/office/drawing/2014/main" id="{15A327D2-7912-4808-B4A6-3FBABB3321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4" y="888"/>
              <a:ext cx="38" cy="31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1" name="Freeform 109">
              <a:extLst>
                <a:ext uri="{FF2B5EF4-FFF2-40B4-BE49-F238E27FC236}">
                  <a16:creationId xmlns:a16="http://schemas.microsoft.com/office/drawing/2014/main" id="{B729E54D-35EF-4FCF-98ED-063EC9B36F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5" y="906"/>
              <a:ext cx="38" cy="33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2" name="Freeform 110">
              <a:extLst>
                <a:ext uri="{FF2B5EF4-FFF2-40B4-BE49-F238E27FC236}">
                  <a16:creationId xmlns:a16="http://schemas.microsoft.com/office/drawing/2014/main" id="{3F9BB731-9479-45C1-809F-6363624180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6" y="934"/>
              <a:ext cx="24" cy="29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3" name="Freeform 111">
              <a:extLst>
                <a:ext uri="{FF2B5EF4-FFF2-40B4-BE49-F238E27FC236}">
                  <a16:creationId xmlns:a16="http://schemas.microsoft.com/office/drawing/2014/main" id="{0171B7E7-9783-4C3F-8AC4-86548F27A2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4" y="942"/>
              <a:ext cx="29" cy="35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4" name="Freeform 112">
              <a:extLst>
                <a:ext uri="{FF2B5EF4-FFF2-40B4-BE49-F238E27FC236}">
                  <a16:creationId xmlns:a16="http://schemas.microsoft.com/office/drawing/2014/main" id="{E2AD9E5D-C071-4007-92F5-3C07002203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4" y="948"/>
              <a:ext cx="32" cy="39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5" name="Freeform 113">
              <a:extLst>
                <a:ext uri="{FF2B5EF4-FFF2-40B4-BE49-F238E27FC236}">
                  <a16:creationId xmlns:a16="http://schemas.microsoft.com/office/drawing/2014/main" id="{76C61428-4B8F-4211-BEEE-EFB70AD748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9" y="957"/>
              <a:ext cx="23" cy="36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6" name="Freeform 114">
              <a:extLst>
                <a:ext uri="{FF2B5EF4-FFF2-40B4-BE49-F238E27FC236}">
                  <a16:creationId xmlns:a16="http://schemas.microsoft.com/office/drawing/2014/main" id="{9D715EB2-0A69-4AA7-B3E9-0775ED5E4B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1" y="962"/>
              <a:ext cx="19" cy="33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7" name="Freeform 115">
              <a:extLst>
                <a:ext uri="{FF2B5EF4-FFF2-40B4-BE49-F238E27FC236}">
                  <a16:creationId xmlns:a16="http://schemas.microsoft.com/office/drawing/2014/main" id="{E94DC579-550F-4749-B8B8-6374D69846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2" y="959"/>
              <a:ext cx="21" cy="36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8" name="Freeform 116">
              <a:extLst>
                <a:ext uri="{FF2B5EF4-FFF2-40B4-BE49-F238E27FC236}">
                  <a16:creationId xmlns:a16="http://schemas.microsoft.com/office/drawing/2014/main" id="{B9F917C8-E97B-4963-86CD-576E1FE898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" y="957"/>
              <a:ext cx="14" cy="33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9" name="Freeform 117">
              <a:extLst>
                <a:ext uri="{FF2B5EF4-FFF2-40B4-BE49-F238E27FC236}">
                  <a16:creationId xmlns:a16="http://schemas.microsoft.com/office/drawing/2014/main" id="{5CBB8DD8-315B-4C08-8823-484B0E92D9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9" y="948"/>
              <a:ext cx="23" cy="37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0" name="Freeform 118">
              <a:extLst>
                <a:ext uri="{FF2B5EF4-FFF2-40B4-BE49-F238E27FC236}">
                  <a16:creationId xmlns:a16="http://schemas.microsoft.com/office/drawing/2014/main" id="{3588299D-E1CF-439B-86A9-8384E797DD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8" y="939"/>
              <a:ext cx="33" cy="38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1" name="Freeform 119">
              <a:extLst>
                <a:ext uri="{FF2B5EF4-FFF2-40B4-BE49-F238E27FC236}">
                  <a16:creationId xmlns:a16="http://schemas.microsoft.com/office/drawing/2014/main" id="{556C29E1-34FC-4341-B0ED-731F3154DE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5" y="931"/>
              <a:ext cx="34" cy="34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2" name="Freeform 120">
              <a:extLst>
                <a:ext uri="{FF2B5EF4-FFF2-40B4-BE49-F238E27FC236}">
                  <a16:creationId xmlns:a16="http://schemas.microsoft.com/office/drawing/2014/main" id="{6F1CD009-B67E-4E0A-9DB0-EE2A8D2B38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3" y="916"/>
              <a:ext cx="34" cy="29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3" name="Freeform 121">
              <a:extLst>
                <a:ext uri="{FF2B5EF4-FFF2-40B4-BE49-F238E27FC236}">
                  <a16:creationId xmlns:a16="http://schemas.microsoft.com/office/drawing/2014/main" id="{100665FC-9BB9-4BBD-A68E-D26D3F7AA0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906"/>
              <a:ext cx="31" cy="21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4" name="Freeform 122">
              <a:extLst>
                <a:ext uri="{FF2B5EF4-FFF2-40B4-BE49-F238E27FC236}">
                  <a16:creationId xmlns:a16="http://schemas.microsoft.com/office/drawing/2014/main" id="{DE552CF7-DB35-4305-9611-416F5DD98A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884"/>
              <a:ext cx="36" cy="28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5" name="Freeform 123">
              <a:extLst>
                <a:ext uri="{FF2B5EF4-FFF2-40B4-BE49-F238E27FC236}">
                  <a16:creationId xmlns:a16="http://schemas.microsoft.com/office/drawing/2014/main" id="{43481D10-3A84-4760-B423-C9E6B9C346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" y="865"/>
              <a:ext cx="36" cy="23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6" name="Freeform 124">
              <a:extLst>
                <a:ext uri="{FF2B5EF4-FFF2-40B4-BE49-F238E27FC236}">
                  <a16:creationId xmlns:a16="http://schemas.microsoft.com/office/drawing/2014/main" id="{B91F1097-9FE8-4D49-B517-456E78CFA7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0" y="928"/>
              <a:ext cx="34" cy="25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7" name="Freeform 125">
              <a:extLst>
                <a:ext uri="{FF2B5EF4-FFF2-40B4-BE49-F238E27FC236}">
                  <a16:creationId xmlns:a16="http://schemas.microsoft.com/office/drawing/2014/main" id="{7907CC1D-D6D4-40D7-9A8F-EAB797FFEC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3" y="917"/>
              <a:ext cx="106" cy="33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8" name="Freeform 126">
              <a:extLst>
                <a:ext uri="{FF2B5EF4-FFF2-40B4-BE49-F238E27FC236}">
                  <a16:creationId xmlns:a16="http://schemas.microsoft.com/office/drawing/2014/main" id="{90B80DE8-04C8-460B-8745-62D16F9024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4" y="728"/>
              <a:ext cx="14" cy="14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9" name="Freeform 127">
              <a:extLst>
                <a:ext uri="{FF2B5EF4-FFF2-40B4-BE49-F238E27FC236}">
                  <a16:creationId xmlns:a16="http://schemas.microsoft.com/office/drawing/2014/main" id="{18AFFFC2-2771-472C-89AB-ACBA50ADF3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8" y="686"/>
              <a:ext cx="51" cy="45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0" name="Freeform 128">
              <a:extLst>
                <a:ext uri="{FF2B5EF4-FFF2-40B4-BE49-F238E27FC236}">
                  <a16:creationId xmlns:a16="http://schemas.microsoft.com/office/drawing/2014/main" id="{D787ACE1-43A9-4AC9-864C-9660C717B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3" y="714"/>
              <a:ext cx="20" cy="41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1" name="Freeform 129">
              <a:extLst>
                <a:ext uri="{FF2B5EF4-FFF2-40B4-BE49-F238E27FC236}">
                  <a16:creationId xmlns:a16="http://schemas.microsoft.com/office/drawing/2014/main" id="{17F742A6-AF75-4186-BF58-723C3A75BA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0" y="704"/>
              <a:ext cx="16" cy="16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2" name="Freeform 130">
              <a:extLst>
                <a:ext uri="{FF2B5EF4-FFF2-40B4-BE49-F238E27FC236}">
                  <a16:creationId xmlns:a16="http://schemas.microsoft.com/office/drawing/2014/main" id="{3734F72B-D5E7-450F-94BA-DCECFCA617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710"/>
              <a:ext cx="12" cy="14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3" name="Freeform 131">
              <a:extLst>
                <a:ext uri="{FF2B5EF4-FFF2-40B4-BE49-F238E27FC236}">
                  <a16:creationId xmlns:a16="http://schemas.microsoft.com/office/drawing/2014/main" id="{9A7BF1C3-CD39-4EB6-8809-1E68E6C1AD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" y="688"/>
              <a:ext cx="19" cy="21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4" name="Freeform 132">
              <a:extLst>
                <a:ext uri="{FF2B5EF4-FFF2-40B4-BE49-F238E27FC236}">
                  <a16:creationId xmlns:a16="http://schemas.microsoft.com/office/drawing/2014/main" id="{719D0548-485E-43B5-AD82-2CC3D64092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693"/>
              <a:ext cx="12" cy="13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5" name="Freeform 133">
              <a:extLst>
                <a:ext uri="{FF2B5EF4-FFF2-40B4-BE49-F238E27FC236}">
                  <a16:creationId xmlns:a16="http://schemas.microsoft.com/office/drawing/2014/main" id="{C1EFA3F7-3F39-4356-AFAF-79910B718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742"/>
              <a:ext cx="47" cy="83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6" name="Freeform 134">
              <a:extLst>
                <a:ext uri="{FF2B5EF4-FFF2-40B4-BE49-F238E27FC236}">
                  <a16:creationId xmlns:a16="http://schemas.microsoft.com/office/drawing/2014/main" id="{C4E9BC4A-679A-4347-96FC-9940AD3DB6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9" y="789"/>
              <a:ext cx="13" cy="11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7" name="Freeform 135">
              <a:extLst>
                <a:ext uri="{FF2B5EF4-FFF2-40B4-BE49-F238E27FC236}">
                  <a16:creationId xmlns:a16="http://schemas.microsoft.com/office/drawing/2014/main" id="{FE354F88-3981-486D-AA2B-EBA070534E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7" y="776"/>
              <a:ext cx="14" cy="13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8" name="Freeform 136">
              <a:extLst>
                <a:ext uri="{FF2B5EF4-FFF2-40B4-BE49-F238E27FC236}">
                  <a16:creationId xmlns:a16="http://schemas.microsoft.com/office/drawing/2014/main" id="{F5CCFB55-F671-4BA6-8BC8-AD5D5AE069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8" y="786"/>
              <a:ext cx="163" cy="141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9" name="Freeform 137">
              <a:extLst>
                <a:ext uri="{FF2B5EF4-FFF2-40B4-BE49-F238E27FC236}">
                  <a16:creationId xmlns:a16="http://schemas.microsoft.com/office/drawing/2014/main" id="{AF9575AE-AA40-4DF3-8FCC-2E1907B1E6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4" y="757"/>
              <a:ext cx="64" cy="43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0" name="Freeform 138">
              <a:extLst>
                <a:ext uri="{FF2B5EF4-FFF2-40B4-BE49-F238E27FC236}">
                  <a16:creationId xmlns:a16="http://schemas.microsoft.com/office/drawing/2014/main" id="{8C6EB293-1785-4387-A911-A04366190E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1" name="Freeform 139">
              <a:extLst>
                <a:ext uri="{FF2B5EF4-FFF2-40B4-BE49-F238E27FC236}">
                  <a16:creationId xmlns:a16="http://schemas.microsoft.com/office/drawing/2014/main" id="{EBE5A59B-46BA-437F-AC44-4C90B0932C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2" name="Freeform 140">
              <a:extLst>
                <a:ext uri="{FF2B5EF4-FFF2-40B4-BE49-F238E27FC236}">
                  <a16:creationId xmlns:a16="http://schemas.microsoft.com/office/drawing/2014/main" id="{ECCFDBAA-3402-4007-AA38-7DD1AC6BC7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3" name="Freeform 141">
              <a:extLst>
                <a:ext uri="{FF2B5EF4-FFF2-40B4-BE49-F238E27FC236}">
                  <a16:creationId xmlns:a16="http://schemas.microsoft.com/office/drawing/2014/main" id="{19AE5F3A-8955-4E1D-B915-DD5D96D332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2052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浙江大学母版色彩">
      <a:dk1>
        <a:srgbClr val="3F3F3F"/>
      </a:dk1>
      <a:lt1>
        <a:srgbClr val="FFFFFF"/>
      </a:lt1>
      <a:dk2>
        <a:srgbClr val="003F88"/>
      </a:dk2>
      <a:lt2>
        <a:srgbClr val="D8D8D8"/>
      </a:lt2>
      <a:accent1>
        <a:srgbClr val="FFD54F"/>
      </a:accent1>
      <a:accent2>
        <a:srgbClr val="006EB6"/>
      </a:accent2>
      <a:accent3>
        <a:srgbClr val="B01F24"/>
      </a:accent3>
      <a:accent4>
        <a:srgbClr val="616161"/>
      </a:accent4>
      <a:accent5>
        <a:srgbClr val="7F7F7F"/>
      </a:accent5>
      <a:accent6>
        <a:srgbClr val="ACACAC"/>
      </a:accent6>
      <a:hlink>
        <a:srgbClr val="1F1F1F"/>
      </a:hlink>
      <a:folHlink>
        <a:srgbClr val="BFBFBF"/>
      </a:folHlink>
    </a:clrScheme>
    <a:fontScheme name="hnguc2yk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>
        <a:normAutofit/>
      </a:bodyPr>
      <a:lstStyle>
        <a:defPPr algn="l">
          <a:lnSpc>
            <a:spcPct val="125000"/>
          </a:lnSpc>
          <a:spcAft>
            <a:spcPts val="500"/>
          </a:spcAft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827</Words>
  <Application>Microsoft Office PowerPoint</Application>
  <PresentationFormat>宽屏</PresentationFormat>
  <Paragraphs>133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等线</vt:lpstr>
      <vt:lpstr>方正粗雅宋简体</vt:lpstr>
      <vt:lpstr>方正准雅宋简体</vt:lpstr>
      <vt:lpstr>微软雅黑</vt:lpstr>
      <vt:lpstr>Arial</vt:lpstr>
      <vt:lpstr>Calibri</vt:lpstr>
      <vt:lpstr>Segoe UI</vt:lpstr>
      <vt:lpstr>Segoe UI Light</vt:lpstr>
      <vt:lpstr>Wingdings</vt:lpstr>
      <vt:lpstr>Office 主题​​</vt:lpstr>
      <vt:lpstr>1_OfficePLUS</vt:lpstr>
      <vt:lpstr>2_OfficePLUS</vt:lpstr>
      <vt:lpstr>PowerPoint 演示文稿</vt:lpstr>
      <vt:lpstr>PowerPoint 演示文稿</vt:lpstr>
      <vt:lpstr>PowerPoint 演示文稿</vt:lpstr>
      <vt:lpstr>01 背景与功能介绍</vt:lpstr>
      <vt:lpstr>01 背景与功能介绍</vt:lpstr>
      <vt:lpstr>01 背景与功能介绍</vt:lpstr>
      <vt:lpstr>PowerPoint 演示文稿</vt:lpstr>
      <vt:lpstr>02 模块分解与知识点应用</vt:lpstr>
      <vt:lpstr>02 模块分解与知识点应用</vt:lpstr>
      <vt:lpstr>02 模块分解与知识点应用</vt:lpstr>
      <vt:lpstr>PowerPoint 演示文稿</vt:lpstr>
      <vt:lpstr>03 创新性分析</vt:lpstr>
      <vt:lpstr>03 创新性分析</vt:lpstr>
      <vt:lpstr>03 创新性分析</vt:lpstr>
      <vt:lpstr>03 创新性分析</vt:lpstr>
      <vt:lpstr>03 创新性分析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#我为母校送模板#</dc:title>
  <dc:creator>Lynn Fu</dc:creator>
  <cp:keywords>51PPT模板网</cp:keywords>
  <cp:lastModifiedBy>赫 张</cp:lastModifiedBy>
  <cp:revision>40</cp:revision>
  <dcterms:created xsi:type="dcterms:W3CDTF">2019-04-08T08:24:31Z</dcterms:created>
  <dcterms:modified xsi:type="dcterms:W3CDTF">2026-07-03T12:57:30Z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2019-04-13T09:12:31.5970499Z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c1efdefd-7163-4249-a0d1-35a0735e084a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